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3"/>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112" d="100"/>
          <a:sy n="112" d="100"/>
        </p:scale>
        <p:origin x="114" y="468"/>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heme" Target="theme/theme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7943428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 ~0:20 · cumulative 0:20 Good morning. I am Matteo Zorzi, and I will present my master thesis, Neuro-Symbolic Predictive Process Monitoring with Procedural Background Knowledge, supervised by Doctor Ivan Donadello and co-supervised by Professor Fabrizio Maria Maggi.</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 ~0:55 · cumulative 1:15</a:t>
            </a:r>
          </a:p>
          <a:p>
            <a:endParaRPr/>
          </a:p>
          <a:p>
            <a:r>
              <a:t>Process mining analyses the event logs that information systems record for every execution of a business process. Take the small payment process I will use throughout the talk: a request is registered, then paid, while in parallel it is checked and approved, and finally the case is closed. Each execution is a case, and its sequence of activities is a trace. Predictive process monitoring looks at a case that is still running, say one that has been registered and checked, and forecasts how it will continue, from a prefix: the events observed so far. This thesis studies two tasks. Next-activity prediction asks for the single next activity, a classification. Suffix prediction asks for the whole remaining sequence, generated step by step from the model's own predictions, so one wrong step conditions every step after it.</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 ~0:55 · cumulative 2:10 The standard predictor reads the prefix with an LSTM and learns from activity labels alone. Take our running case, registered and checked: the network spreads probability over the next activities. Yet from the same log, process mining can discover a model of what may happen next, and in which order, and that model says Close is forbidden here, because the case must still be approved and paid, and so is registering it again. The predictor receives none of it, so nothing prevents it from giving Close, or even Register, some probability. Background knowledge about the process comes in two forms. A declarative model, like Declare, lists rules a trace must satisfy: for example, every trace starts with Register, and Close only after Approve. A procedural model, like a Petri net, describes the orders a trace may follow: here, Register, then Pay alongside Check and Approve, then Close. Neuro-symbolic predictive process monitoring gives the network this knowledge, but current neuro-symbolic methods use only the declarative form, and neglect the procedural one.</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 ~0:50 · cumulative 3:00</a:t>
            </a:r>
          </a:p>
          <a:p>
            <a:endParaRPr/>
          </a:p>
          <a:p>
            <a:r>
              <a:t>The state of the art leaves three gaps. First, only declarative knowledge: the logic losses have only received a Declare model compiled into an automaton, never a mined Petri net. Second, limited noise conditions: their gains were measured with noise up to forty percent, after removing every trace that violates the mined specification, so the baseline starts close to full compliance. Third, limited evaluation: feature based and loss based methods share no log, baseline, architecture or metric, so no reported gain can be attributed to the channel itself, and none of them reports how much training time the knowledge adds.</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 ~0:35 · cumulative 3:35</a:t>
            </a:r>
          </a:p>
          <a:p>
            <a:endParaRPr/>
          </a:p>
          <a:p>
            <a:r>
              <a:t>From these gaps come three research questions. RQ1, the channel: with the knowledge held fixed, does an input feature achieve what a loss achieves? RQ2, the form: among the losses, does it matter whether the automaton is projected onto pairs of activities, or kept whole and indexed by the state the prefix reaches, which keeps more information? RQ3, the cost: what are the computational times of neuro-symbolic methods with procedural knowledge?</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 ~0:45 · cumulative 4:20 The thesis answers each gap in turn. First, procedural knowledge: the state of the art uses Declare models turned into automata, but the same can be done procedurally with a Petri net; for each log I discover one net and inject it in five forms, and this thesis is the first to give the logic losses a Petri net. Second, a stress test: noise up to eighty percent, no trace filtered, and knowledge mined under two protocols. Third, a controlled evaluation: all seven knowledge models receive exactly the same net, on the same trunk, under the same protocol, so any difference can be attributed to the channel, and the computational time of every variant is measured.</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 ~0:55 · cumulative 5:15</a:t>
            </a:r>
          </a:p>
          <a:p>
            <a:endParaRPr/>
          </a:p>
          <a:p>
            <a:r>
              <a:t>All models share the same trunk: the prefix is embedded, read by an LSTM, and a linear layer with softmax gives the next activity distribution, trained with cross-entropy. Process knowledge can enter this network through two channels. The feature channel adds it to the input: Theis and Darabi replay each prefix on a Petri net and feed the resulting marking to the classifier; TACO adds the history of markings and graph convolutions. The loss channel leaves the input unchanged and adds a logic term to the objective: cross-entropy plus lambda times the logic loss, which penalizes probability placed on forbidden behaviour. Mezini and colleagues brought this channel into predictive process monitoring with a local and a global logic loss; that work is the state of the art, but it has only ever been used with declarative knowledge, never with a procedural model.</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 ~0:50 · cumulative 6:05</a:t>
            </a:r>
          </a:p>
          <a:p>
            <a:endParaRPr/>
          </a:p>
          <a:p>
            <a:r>
              <a:t>Start from the event log. Cases are ordered by the timestamp of their first event and split seventy, fifteen, fifteen, so the model never trains on the future. The protocol then chooses one partition, test or train, and from it the inductive miner discovers a sound Petri net, with a noise threshold of 0.2. This net is the only source of knowledge. Noise is injected after mining, into the training partition only: validation and test always stay clean. For the feature channel, each prefix is replayed on the net: the marking, its token counts concatenated to the LSTM state; the graph encoder, which propagates the marking over the net; and the marking sequence, one marking per event summarized by a GRU. For the loss channel, the reachability automaton of the net feeds four losses: the local and global logic losses of Mezini and colleagues, and my two new ones, the projected net, whose mask row is the last activity, and the state-indexed net, whose row is the state reached.</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 ~0:45 · cumulative 6:50 All eight models share one trunk: an embedding, a two-layer LSTM with one hundred units, and a linear classifier, with sizes and schedule from the reference work. The baseline receives no knowledge. Four models inject the net through the objective and keep exactly the baseline architecture, down to the initial weights under a given seed. Three inject it through the input, as a feature concatenated to the LSTM state. There is no per-cell hyperparameter search, and the penalty weights are fixed in advance, so nothing is tuned in favour of one channel.</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 ~0:50 · cumulative 7:40 The feature channel gives the same net to the classifier as an input, through three encoders of increasing richness. The first is the marking itself, the vector of token counts: the encoding of Theis and Darabi. The second adds structure: a heterogeneous graph neural network propagates the marking over the net for two hops, then a max readout summarizes it. The third adds history. A single marking suffers from loop overwriting: when a loop completes, the marking returns to a state it already had, as in this table. The marking sequence encodes one marking per event and summarizes them with a GRU.</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 ~1:00 · cumulative 8:40 The loss channel has four variants, each adding a term to the cross-entropy. The first two come from Mezini and colleagues. The local logic loss looks at the next step only: it penalizes minus the log of one minus the forbidden probability mass, which grows without bound as the mass approaches one, with alpha 0.25, and it switches off the cross-entropy where the target itself is forbidden. The global logic loss judges a whole generated suffix: the model rolls forward with Gumbel-Softmax samples, ten samples at temperature 0.5, through a differentiable version of the projected automaton, and pays the negative log of the probability that the rollout is accepted, with alpha 0.75. The two I introduce are simpler: they add the forbidden probability mass itself, with weight 0.5, read from a mask. In the projected net, the row of the mask is chosen by the last activity; in the state-indexed net, by the state the prefix reached, which keeps the information the projection loses. This penalty is linear, so its gradient is constant.</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 ~1:00 · cumulative 9:40 This is how the net becomes a constraint on the next activity. Take a small process: after Register, the payment runs in parallel with Check and Approve, and Close ends the case. Replaying a prefix on the net moves its tokens, and the reachability automaton names the state each prefix reaches: its states are markings, its edges are activities. From that automaton I derive two masks. The projected mask is indexed by the last activity, Pay: since Pay can fire at three points of the case, the row allows the union of everything those three states allow, so Check and Approve stay open. The state-indexed mask is indexed by the state the prefix reached, which knows both are done, and allows only Close.</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 ~1:05 · cumulative 10:45 The benchmark uses four public logs from different domains: sepsis patients, IT incidents, travel expenses and loan applications. Noise replaces the labels of a fraction of the training events, from zero to eighty percent; the reference work stopped at forty. The two protocols differ only in where the knowledge is mined: the test partition, as in the reference work, or the training partition, as in a deployed system. Prediction is measured by next-activity accuracy and by the Damerau-Levenshtein similarity of generated suffixes. Conformance, by the forbidden probability mass, the probability placed on activities the automaton does not allow, and by the violation rate of generated suffixes, both scored against the same automaton. Cost is the time per epoch on identical hardware. In total, five thousand seven hundred and sixty runs.</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 ~1:00 · cumulative 11:45 This is the whole benchmark in one picture: each value is a model's mean difference from the baseline over every log and noise level; blue is better, orange is worse. First, prediction barely moves: accuracy and similarity stay within four percent of the baseline for every model. Second, conformance moves only in the upper block. All four losses reduce the forbidden mass in every setting, under both protocols: the local loss by ninety-nine percent, the global loss by a third, the projected net by a quarter, the state-indexed net by eleven to fifteen percent. The two state-of-the-art losses also remove eighty-eight to ninety-nine percent of the suffix violations. The feature channel stays at the baseline, under both protocols.</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 ~1:00 · cumulative 12:45 RQ1. Read the diagram from the right: every run ranks the eight models by forbidden mass, and the axis is the average rank over the three hundred sixty runs of a protocol. Each of the four losses is separated from every other model, and the local loss is first in nearly every run. The baseline and the three feature models fall in one group that the test cannot separate, and the gap between that group and the nearest loss is four times the critical difference. The baseline and the three feature models sit within 0.39 ranks of each other, less than one critical difference, while the four losses spread over three ranks. Inside that pack the baseline ranks third: adding the net as a feature moves a model less than the ranking's own resolution, and in the case of the flat marking it moves it the wrong way. So the same net, read through the loss, always makes a difference; read as a feature, never, and the marking and the graph encoder are even worse than the baseline on generated suffixes, by fourteen and seven percent. My reading: a marking enters as one more piece of evidence, competing with what the LSTM already learned, while a loss acts directly on the probability being scored.</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 ~1:00 · cumulative 13:45 RQ2 isolates one variable. The projected and the state-indexed penalty share the trunk, the net, the penalty and its weight; only the indexing of the mask changes, by last activity or by the state the case reached. The state-indexed form keeps more information, yet it pays less: it removes about a ninth to a seventh of the forbidden mass against a quarter, and far fewer suffix violations. Accuracy is identical; on similarity it is one point ahead. Two likely reasons: the violation rate metrics are indexed by the last activity, the projection's own mask; and each state-indexed constraint is learned from fewer examples. The strip below gives the second contrast. The local loss and the projected net read the same mask, yet remove 99 and 24 percent: what sets the size of the drop is the form of the penalty, not how much of the net it reads. The train protocol gives the same order.</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 ~0:55 · cumulative 14:40 The strongest penalty deserves a closer look. Across the whole benchmark, the local loss keeps the forbidden mass flat, never above 0.01 at any noise level, and its suffix violation rate is exactly zero in ninety-six percent of the settings. But it has a price, and it appears at high noise: beyond sixty percent of corrupted labels, it starts to lose similarity and accuracy against the baseline. The original evaluation stopped at forty percent, so it could not observe this regime. The global loss, instead, gains slightly on average in both accuracy and similarity.</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 ~1:05 · cumulative 15:45 RQ3 is about cost, and this table reports whole training runs: the average over the seven hundred and twenty runs of each model, four logs and both protocols together. The column that matters is the last one, the ratio to the baseline measured run by run inside the same cell, so the size of the log cancels out. Six of the eight models train at the baseline's price, between one and one point three times. The local loss sits exactly at one, and for that price it removes over ninety percent of the forbidden mass and of the suffix violations. Only two cost more, both around two and a half times: the global loss, which buys conformance with that time, and the marking sequence, which buys nothing. And a loss is paid only in training, while a feature must also be computed for every prefix at prediction time.</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 ~0:50 · cumulative 16:35</a:t>
            </a:r>
          </a:p>
          <a:p>
            <a:endParaRPr/>
          </a:p>
          <a:p>
            <a:r>
              <a:t>To conclude. The same procedural knowledge, one mined Petri net, has an effect only through the loss. As a feature, even with state, structure and history, it changes nothing, and its richest encoding doubles the training time. Among the losses, the simpler projection beats the state-indexed automaton: penalties rank by how hard they push, not by expressive power. The cheapest variant, the local loss, is the most effective, but pays in similarity and accuracy beyond sixty percent noise; the global loss improves conformance without losing prediction, at twice the cost. Both protocols give the same answers.</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 ~1:00 · cumulative 17:35 This work has three limits. First, conformance is scored against one automaton, the same for all eight models, or they would not be comparable. The local loss and the projected net minimize exactly that mask in training, so part of their result comes from the metric itself. The conclusion holds anyway: the global loss never touches that mask and still reduces it, the feature channel reads the same net and gets nothing, and the richer penalty scores below the simpler one. Second, a mined net says what the log did, not what the process should do, so the features never carried information the data did not already hold. Third, stopping generation at the true length isolates wrong activities from wrong lengths, but the similarity values only compare my eight models. Three directions follow: Declare knowledge, which also compiles into an automaton; decode-time masking as a baseline, on the checkpoints I already have; and an end-of-trace token. ||| DEFENSE NOTES (do not read aloud). L1, is the conformance result circular? Partly, for local loss and projected net only: they train on the same last-activity mask the metric reads. Three facts break the circularity. (a) The global loss penalizes the acceptance of a whole rollout, never that mask, and still cuts forbidden mass by 32% (test) and 34% (train), 36/36 settings. (b) The feature models read the very same net and stay within ±1% of the baseline. (c) The state-indexed penalty is more expressive than the projection yet removes less: 11% vs 24% (test), 15% vs 24% (train). If the metric simply rewarded whoever optimizes it, expressiveness would not lose. L2, why no expert model? Public logs ship without one. A mined net describes behaviour already in the log, while an expert specification can forbid things the log never shows. So the feature channel never received information the network could not learn from the data: a plausible reason for its flat result, which this thesis leaves open. L3, why stop at the true length? If models also chose where to stop, a similarity gap could come from wrong activities or from a wrong length, and we could not tell which. Fixing the length leaves only the first cause. The price: similarity is higher than in the literature and is valid only across the eight models. F1, why Declare next? The knowledge here is always procedural, a net listing admissible orders; Declare is declarative, rules without listing sequences. It is the one variable never moved. It is cheap: the pipeline consumes automata, not nets, and Declare also compiles into an automaton, so only the upstream object changes. F2, why not just mask at decoding? With the automaton, masking at generation drives violations to zero with no training. That is exactly why conformance alone cannot justify training-time injection: what must be measured is what it adds beyond masking, namely better accuracy and similarity (global loss about +1.5% accuracy, both protocols) and the freedom to disobey when the net is wrong, e.g. at high noise. It runs on the existing checkpoints, no retraining. F3, end-of-trace token: limitation 3 turned around. The token was removed to isolate activities; putting it back is the next question. It makes the numbers comparable with the literature and tests whether knowledge helps decide when a case ends, something the automaton knows through its accepting states and that none of the eight models was ever asked to use.</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 ~0:10 · cumulative 17:45 Thank you for your attention. I am happy to answer your questions.</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10/3/2026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10/3/2026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10/3/2026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10/3/2026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‹N›</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notesSlide" Target="../notesSlides/notesSlide2.xml"/><Relationship Id="rId1" Type="http://schemas.openxmlformats.org/officeDocument/2006/relationships/slideLayout" Target="../slideLayouts/slideLayout7.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8" Type="http://schemas.openxmlformats.org/officeDocument/2006/relationships/image" Target="../media/image12.png"/><Relationship Id="rId3" Type="http://schemas.openxmlformats.org/officeDocument/2006/relationships/image" Target="../media/image7.png"/><Relationship Id="rId7" Type="http://schemas.openxmlformats.org/officeDocument/2006/relationships/image" Target="../media/image11.png"/><Relationship Id="rId2" Type="http://schemas.openxmlformats.org/officeDocument/2006/relationships/notesSlide" Target="../notesSlides/notesSlide3.xml"/><Relationship Id="rId1" Type="http://schemas.openxmlformats.org/officeDocument/2006/relationships/slideLayout" Target="../slideLayouts/slideLayout7.xml"/><Relationship Id="rId6" Type="http://schemas.openxmlformats.org/officeDocument/2006/relationships/image" Target="../media/image10.png"/><Relationship Id="rId5" Type="http://schemas.openxmlformats.org/officeDocument/2006/relationships/image" Target="../media/image9.png"/><Relationship Id="rId4" Type="http://schemas.openxmlformats.org/officeDocument/2006/relationships/image" Target="../media/image8.png"/><Relationship Id="rId9" Type="http://schemas.openxmlformats.org/officeDocument/2006/relationships/image" Target="../media/image13.png"/></Relationships>
</file>

<file path=ppt/slides/_rels/slide4.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4.xml"/><Relationship Id="rId1" Type="http://schemas.openxmlformats.org/officeDocument/2006/relationships/slideLayout" Target="../slideLayouts/slideLayout7.xml"/><Relationship Id="rId6" Type="http://schemas.openxmlformats.org/officeDocument/2006/relationships/image" Target="../media/image17.png"/><Relationship Id="rId5" Type="http://schemas.openxmlformats.org/officeDocument/2006/relationships/image" Target="../media/image16.png"/><Relationship Id="rId4" Type="http://schemas.openxmlformats.org/officeDocument/2006/relationships/image" Target="../media/image15.png"/></Relationships>
</file>

<file path=ppt/slides/_rels/slide5.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5.xml"/><Relationship Id="rId1" Type="http://schemas.openxmlformats.org/officeDocument/2006/relationships/slideLayout" Target="../slideLayouts/slideLayout7.xml"/><Relationship Id="rId6" Type="http://schemas.openxmlformats.org/officeDocument/2006/relationships/image" Target="../media/image21.png"/><Relationship Id="rId5" Type="http://schemas.openxmlformats.org/officeDocument/2006/relationships/image" Target="../media/image20.png"/><Relationship Id="rId4" Type="http://schemas.openxmlformats.org/officeDocument/2006/relationships/image" Target="../media/image19.png"/></Relationships>
</file>

<file path=ppt/slides/_rels/slide6.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6.xml"/><Relationship Id="rId1" Type="http://schemas.openxmlformats.org/officeDocument/2006/relationships/slideLayout" Target="../slideLayouts/slideLayout7.xml"/><Relationship Id="rId6" Type="http://schemas.openxmlformats.org/officeDocument/2006/relationships/image" Target="../media/image25.png"/><Relationship Id="rId5" Type="http://schemas.openxmlformats.org/officeDocument/2006/relationships/image" Target="../media/image24.png"/><Relationship Id="rId4" Type="http://schemas.openxmlformats.org/officeDocument/2006/relationships/image" Target="../media/image23.png"/></Relationships>
</file>

<file path=ppt/slides/_rels/slide7.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7.xml"/><Relationship Id="rId1" Type="http://schemas.openxmlformats.org/officeDocument/2006/relationships/slideLayout" Target="../slideLayouts/slideLayout7.xml"/><Relationship Id="rId6" Type="http://schemas.openxmlformats.org/officeDocument/2006/relationships/image" Target="../media/image29.png"/><Relationship Id="rId5" Type="http://schemas.openxmlformats.org/officeDocument/2006/relationships/image" Target="../media/image28.png"/><Relationship Id="rId4" Type="http://schemas.openxmlformats.org/officeDocument/2006/relationships/image" Target="../media/image27.png"/></Relationships>
</file>

<file path=ppt/slides/_rels/slide8.xml.rels><?xml version="1.0" encoding="UTF-8" standalone="yes"?>
<Relationships xmlns="http://schemas.openxmlformats.org/package/2006/relationships"><Relationship Id="rId8" Type="http://schemas.openxmlformats.org/officeDocument/2006/relationships/image" Target="../media/image35.png"/><Relationship Id="rId3" Type="http://schemas.openxmlformats.org/officeDocument/2006/relationships/image" Target="../media/image30.png"/><Relationship Id="rId7" Type="http://schemas.openxmlformats.org/officeDocument/2006/relationships/image" Target="../media/image34.png"/><Relationship Id="rId2" Type="http://schemas.openxmlformats.org/officeDocument/2006/relationships/notesSlide" Target="../notesSlides/notesSlide8.xml"/><Relationship Id="rId1" Type="http://schemas.openxmlformats.org/officeDocument/2006/relationships/slideLayout" Target="../slideLayouts/slideLayout7.xml"/><Relationship Id="rId6" Type="http://schemas.openxmlformats.org/officeDocument/2006/relationships/image" Target="../media/image33.png"/><Relationship Id="rId5" Type="http://schemas.openxmlformats.org/officeDocument/2006/relationships/image" Target="../media/image32.png"/><Relationship Id="rId10" Type="http://schemas.openxmlformats.org/officeDocument/2006/relationships/image" Target="../media/image37.png"/><Relationship Id="rId4" Type="http://schemas.openxmlformats.org/officeDocument/2006/relationships/image" Target="../media/image31.png"/><Relationship Id="rId9" Type="http://schemas.openxmlformats.org/officeDocument/2006/relationships/image" Target="../media/image36.png"/></Relationships>
</file>

<file path=ppt/slides/_rels/slide9.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9.xml"/><Relationship Id="rId1" Type="http://schemas.openxmlformats.org/officeDocument/2006/relationships/slideLayout" Target="../slideLayouts/slideLayout7.xml"/><Relationship Id="rId6" Type="http://schemas.openxmlformats.org/officeDocument/2006/relationships/image" Target="../media/image41.png"/><Relationship Id="rId5" Type="http://schemas.openxmlformats.org/officeDocument/2006/relationships/image" Target="../media/image40.png"/><Relationship Id="rId4" Type="http://schemas.openxmlformats.org/officeDocument/2006/relationships/image" Target="../media/image39.png"/></Relationships>
</file>

<file path=ppt/slides/_rels/slide10.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10.xml"/><Relationship Id="rId1" Type="http://schemas.openxmlformats.org/officeDocument/2006/relationships/slideLayout" Target="../slideLayouts/slideLayout7.xml"/><Relationship Id="rId6" Type="http://schemas.openxmlformats.org/officeDocument/2006/relationships/image" Target="../media/image45.png"/><Relationship Id="rId5" Type="http://schemas.openxmlformats.org/officeDocument/2006/relationships/image" Target="../media/image44.png"/><Relationship Id="rId4" Type="http://schemas.openxmlformats.org/officeDocument/2006/relationships/image" Target="../media/image43.png"/></Relationships>
</file>

<file path=ppt/slides/_rels/slide11.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11.xml"/><Relationship Id="rId1" Type="http://schemas.openxmlformats.org/officeDocument/2006/relationships/slideLayout" Target="../slideLayouts/slideLayout7.xml"/><Relationship Id="rId5" Type="http://schemas.openxmlformats.org/officeDocument/2006/relationships/image" Target="../media/image48.png"/><Relationship Id="rId4" Type="http://schemas.openxmlformats.org/officeDocument/2006/relationships/image" Target="../media/image47.png"/></Relationships>
</file>

<file path=ppt/slides/_rels/slide12.xml.rels><?xml version="1.0" encoding="UTF-8" standalone="yes"?>
<Relationships xmlns="http://schemas.openxmlformats.org/package/2006/relationships"><Relationship Id="rId8" Type="http://schemas.openxmlformats.org/officeDocument/2006/relationships/image" Target="../media/image54.png"/><Relationship Id="rId3" Type="http://schemas.openxmlformats.org/officeDocument/2006/relationships/image" Target="../media/image49.png"/><Relationship Id="rId7" Type="http://schemas.openxmlformats.org/officeDocument/2006/relationships/image" Target="../media/image53.png"/><Relationship Id="rId2" Type="http://schemas.openxmlformats.org/officeDocument/2006/relationships/notesSlide" Target="../notesSlides/notesSlide12.xml"/><Relationship Id="rId1" Type="http://schemas.openxmlformats.org/officeDocument/2006/relationships/slideLayout" Target="../slideLayouts/slideLayout7.xml"/><Relationship Id="rId6" Type="http://schemas.openxmlformats.org/officeDocument/2006/relationships/image" Target="../media/image52.png"/><Relationship Id="rId5" Type="http://schemas.openxmlformats.org/officeDocument/2006/relationships/image" Target="../media/image51.png"/><Relationship Id="rId4" Type="http://schemas.openxmlformats.org/officeDocument/2006/relationships/image" Target="../media/image50.png"/><Relationship Id="rId9" Type="http://schemas.openxmlformats.org/officeDocument/2006/relationships/image" Target="../media/image55.png"/></Relationships>
</file>

<file path=ppt/slides/_rels/slide13.xml.rels><?xml version="1.0" encoding="UTF-8" standalone="yes"?>
<Relationships xmlns="http://schemas.openxmlformats.org/package/2006/relationships"><Relationship Id="rId3" Type="http://schemas.openxmlformats.org/officeDocument/2006/relationships/image" Target="../media/image56.png"/><Relationship Id="rId7" Type="http://schemas.openxmlformats.org/officeDocument/2006/relationships/image" Target="../media/image60.png"/><Relationship Id="rId2" Type="http://schemas.openxmlformats.org/officeDocument/2006/relationships/notesSlide" Target="../notesSlides/notesSlide13.xml"/><Relationship Id="rId1" Type="http://schemas.openxmlformats.org/officeDocument/2006/relationships/slideLayout" Target="../slideLayouts/slideLayout7.xml"/><Relationship Id="rId6" Type="http://schemas.openxmlformats.org/officeDocument/2006/relationships/image" Target="../media/image59.png"/><Relationship Id="rId5" Type="http://schemas.openxmlformats.org/officeDocument/2006/relationships/image" Target="../media/image58.png"/><Relationship Id="rId4" Type="http://schemas.openxmlformats.org/officeDocument/2006/relationships/image" Target="../media/image57.png"/></Relationships>
</file>

<file path=ppt/slides/_rels/slide14.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notesSlide" Target="../notesSlides/notesSlide14.xml"/><Relationship Id="rId1" Type="http://schemas.openxmlformats.org/officeDocument/2006/relationships/slideLayout" Target="../slideLayouts/slideLayout7.xml"/><Relationship Id="rId6" Type="http://schemas.openxmlformats.org/officeDocument/2006/relationships/image" Target="../media/image64.png"/><Relationship Id="rId5" Type="http://schemas.openxmlformats.org/officeDocument/2006/relationships/image" Target="../media/image63.png"/><Relationship Id="rId4" Type="http://schemas.openxmlformats.org/officeDocument/2006/relationships/image" Target="../media/image62.png"/></Relationships>
</file>

<file path=ppt/slides/_rels/slide15.xml.rels><?xml version="1.0" encoding="UTF-8" standalone="yes"?>
<Relationships xmlns="http://schemas.openxmlformats.org/package/2006/relationships"><Relationship Id="rId3" Type="http://schemas.openxmlformats.org/officeDocument/2006/relationships/image" Target="../media/image65.png"/><Relationship Id="rId7" Type="http://schemas.openxmlformats.org/officeDocument/2006/relationships/image" Target="../media/image69.png"/><Relationship Id="rId2" Type="http://schemas.openxmlformats.org/officeDocument/2006/relationships/notesSlide" Target="../notesSlides/notesSlide15.xml"/><Relationship Id="rId1" Type="http://schemas.openxmlformats.org/officeDocument/2006/relationships/slideLayout" Target="../slideLayouts/slideLayout7.xml"/><Relationship Id="rId6" Type="http://schemas.openxmlformats.org/officeDocument/2006/relationships/image" Target="../media/image68.png"/><Relationship Id="rId5" Type="http://schemas.openxmlformats.org/officeDocument/2006/relationships/image" Target="../media/image67.png"/><Relationship Id="rId4" Type="http://schemas.openxmlformats.org/officeDocument/2006/relationships/image" Target="../media/image66.png"/></Relationships>
</file>

<file path=ppt/slides/_rels/slide16.xml.rels><?xml version="1.0" encoding="UTF-8" standalone="yes"?>
<Relationships xmlns="http://schemas.openxmlformats.org/package/2006/relationships"><Relationship Id="rId3" Type="http://schemas.openxmlformats.org/officeDocument/2006/relationships/image" Target="../media/image70.png"/><Relationship Id="rId7" Type="http://schemas.openxmlformats.org/officeDocument/2006/relationships/image" Target="../media/image74.png"/><Relationship Id="rId2" Type="http://schemas.openxmlformats.org/officeDocument/2006/relationships/notesSlide" Target="../notesSlides/notesSlide16.xml"/><Relationship Id="rId1" Type="http://schemas.openxmlformats.org/officeDocument/2006/relationships/slideLayout" Target="../slideLayouts/slideLayout7.xml"/><Relationship Id="rId6" Type="http://schemas.openxmlformats.org/officeDocument/2006/relationships/image" Target="../media/image73.png"/><Relationship Id="rId5" Type="http://schemas.openxmlformats.org/officeDocument/2006/relationships/image" Target="../media/image72.png"/><Relationship Id="rId4" Type="http://schemas.openxmlformats.org/officeDocument/2006/relationships/image" Target="../media/image71.png"/></Relationships>
</file>

<file path=ppt/slides/_rels/slide17.xml.rels><?xml version="1.0" encoding="UTF-8" standalone="yes"?>
<Relationships xmlns="http://schemas.openxmlformats.org/package/2006/relationships"><Relationship Id="rId3" Type="http://schemas.openxmlformats.org/officeDocument/2006/relationships/image" Target="../media/image75.png"/><Relationship Id="rId2" Type="http://schemas.openxmlformats.org/officeDocument/2006/relationships/notesSlide" Target="../notesSlides/notesSlide17.xml"/><Relationship Id="rId1" Type="http://schemas.openxmlformats.org/officeDocument/2006/relationships/slideLayout" Target="../slideLayouts/slideLayout7.xml"/><Relationship Id="rId6" Type="http://schemas.openxmlformats.org/officeDocument/2006/relationships/image" Target="../media/image78.png"/><Relationship Id="rId5" Type="http://schemas.openxmlformats.org/officeDocument/2006/relationships/image" Target="../media/image77.png"/><Relationship Id="rId4" Type="http://schemas.openxmlformats.org/officeDocument/2006/relationships/image" Target="../media/image76.png"/></Relationships>
</file>

<file path=ppt/slides/_rels/slide18.xml.rels><?xml version="1.0" encoding="UTF-8" standalone="yes"?>
<Relationships xmlns="http://schemas.openxmlformats.org/package/2006/relationships"><Relationship Id="rId8" Type="http://schemas.openxmlformats.org/officeDocument/2006/relationships/image" Target="../media/image84.png"/><Relationship Id="rId3" Type="http://schemas.openxmlformats.org/officeDocument/2006/relationships/image" Target="../media/image79.png"/><Relationship Id="rId7" Type="http://schemas.openxmlformats.org/officeDocument/2006/relationships/image" Target="../media/image83.png"/><Relationship Id="rId2" Type="http://schemas.openxmlformats.org/officeDocument/2006/relationships/notesSlide" Target="../notesSlides/notesSlide18.xml"/><Relationship Id="rId1" Type="http://schemas.openxmlformats.org/officeDocument/2006/relationships/slideLayout" Target="../slideLayouts/slideLayout7.xml"/><Relationship Id="rId6" Type="http://schemas.openxmlformats.org/officeDocument/2006/relationships/image" Target="../media/image82.png"/><Relationship Id="rId5" Type="http://schemas.openxmlformats.org/officeDocument/2006/relationships/image" Target="../media/image81.png"/><Relationship Id="rId4" Type="http://schemas.openxmlformats.org/officeDocument/2006/relationships/image" Target="../media/image80.png"/><Relationship Id="rId9" Type="http://schemas.openxmlformats.org/officeDocument/2006/relationships/image" Target="../media/image85.png"/></Relationships>
</file>

<file path=ppt/slides/_rels/slide19.xml.rels><?xml version="1.0" encoding="UTF-8" standalone="yes"?>
<Relationships xmlns="http://schemas.openxmlformats.org/package/2006/relationships"><Relationship Id="rId3" Type="http://schemas.openxmlformats.org/officeDocument/2006/relationships/image" Target="../media/image86.png"/><Relationship Id="rId7" Type="http://schemas.openxmlformats.org/officeDocument/2006/relationships/image" Target="../media/image90.png"/><Relationship Id="rId2" Type="http://schemas.openxmlformats.org/officeDocument/2006/relationships/notesSlide" Target="../notesSlides/notesSlide19.xml"/><Relationship Id="rId1" Type="http://schemas.openxmlformats.org/officeDocument/2006/relationships/slideLayout" Target="../slideLayouts/slideLayout7.xml"/><Relationship Id="rId6" Type="http://schemas.openxmlformats.org/officeDocument/2006/relationships/image" Target="../media/image89.png"/><Relationship Id="rId5" Type="http://schemas.openxmlformats.org/officeDocument/2006/relationships/image" Target="../media/image88.png"/><Relationship Id="rId4" Type="http://schemas.openxmlformats.org/officeDocument/2006/relationships/image" Target="../media/image87.png"/></Relationships>
</file>

<file path=ppt/slides/_rels/slide20.xml.rels><?xml version="1.0" encoding="UTF-8" standalone="yes"?>
<Relationships xmlns="http://schemas.openxmlformats.org/package/2006/relationships"><Relationship Id="rId3" Type="http://schemas.openxmlformats.org/officeDocument/2006/relationships/image" Target="../media/image91.png"/><Relationship Id="rId2" Type="http://schemas.openxmlformats.org/officeDocument/2006/relationships/notesSlide" Target="../notesSlides/notesSlide20.xml"/><Relationship Id="rId1" Type="http://schemas.openxmlformats.org/officeDocument/2006/relationships/slideLayout" Target="../slideLayouts/slideLayout7.xml"/><Relationship Id="rId5" Type="http://schemas.openxmlformats.org/officeDocument/2006/relationships/image" Target="../media/image93.png"/><Relationship Id="rId4" Type="http://schemas.openxmlformats.org/officeDocument/2006/relationships/image" Target="../media/image92.png"/></Relationships>
</file>

<file path=ppt/slides/_rels/slide21.xml.rels><?xml version="1.0" encoding="UTF-8" standalone="yes"?>
<Relationships xmlns="http://schemas.openxmlformats.org/package/2006/relationships"><Relationship Id="rId3" Type="http://schemas.openxmlformats.org/officeDocument/2006/relationships/image" Target="../media/image94.png"/><Relationship Id="rId2" Type="http://schemas.openxmlformats.org/officeDocument/2006/relationships/notesSlide" Target="../notesSlides/notesSlide21.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Slide" descr="title_0.png"/>
          <p:cNvPicPr>
            <a:picLocks noChangeAspect="1"/>
          </p:cNvPicPr>
          <p:nvPr/>
        </p:nvPicPr>
        <p:blipFill>
          <a:blip r:embed="rId3"/>
          <a:stretch>
            <a:fillRect/>
          </a:stretch>
        </p:blipFill>
        <p:spPr>
          <a:xfrm>
            <a:off x="0" y="0"/>
            <a:ext cx="12192000" cy="6858000"/>
          </a:xfrm>
          <a:prstGeom prst="rect">
            <a:avLst/>
          </a:prstGeom>
        </p:spPr>
      </p:pic>
    </p:spTree>
  </p:cSld>
  <p:clrMapOvr>
    <a:masterClrMapping/>
  </p:clrMapOvr>
  <p:transition spd="med">
    <p:fade/>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Slide" descr="s02_0.png"/>
          <p:cNvPicPr>
            <a:picLocks noChangeAspect="1"/>
          </p:cNvPicPr>
          <p:nvPr/>
        </p:nvPicPr>
        <p:blipFill>
          <a:blip r:embed="rId3"/>
          <a:stretch>
            <a:fillRect/>
          </a:stretch>
        </p:blipFill>
        <p:spPr>
          <a:xfrm>
            <a:off x="0" y="0"/>
            <a:ext cx="12192000" cy="6858000"/>
          </a:xfrm>
          <a:prstGeom prst="rect">
            <a:avLst/>
          </a:prstGeom>
        </p:spPr>
      </p:pic>
      <p:pic>
        <p:nvPicPr>
          <p:cNvPr id="3" name="Build 1" descr="s02_1.png"/>
          <p:cNvPicPr>
            <a:picLocks noChangeAspect="1"/>
          </p:cNvPicPr>
          <p:nvPr/>
        </p:nvPicPr>
        <p:blipFill>
          <a:blip r:embed="rId4"/>
          <a:stretch>
            <a:fillRect/>
          </a:stretch>
        </p:blipFill>
        <p:spPr>
          <a:xfrm>
            <a:off x="812800" y="1838325"/>
            <a:ext cx="7851775" cy="3965575"/>
          </a:xfrm>
          <a:prstGeom prst="rect">
            <a:avLst/>
          </a:prstGeom>
        </p:spPr>
      </p:pic>
      <p:pic>
        <p:nvPicPr>
          <p:cNvPr id="4" name="Build 2" descr="s02_2.png"/>
          <p:cNvPicPr>
            <a:picLocks noChangeAspect="1"/>
          </p:cNvPicPr>
          <p:nvPr/>
        </p:nvPicPr>
        <p:blipFill>
          <a:blip r:embed="rId5"/>
          <a:stretch>
            <a:fillRect/>
          </a:stretch>
        </p:blipFill>
        <p:spPr>
          <a:xfrm>
            <a:off x="4775200" y="2374900"/>
            <a:ext cx="6604000" cy="3429000"/>
          </a:xfrm>
          <a:prstGeom prst="rect">
            <a:avLst/>
          </a:prstGeom>
        </p:spPr>
      </p:pic>
      <p:pic>
        <p:nvPicPr>
          <p:cNvPr id="5" name="Build 3" descr="s02_3.png"/>
          <p:cNvPicPr>
            <a:picLocks noChangeAspect="1"/>
          </p:cNvPicPr>
          <p:nvPr/>
        </p:nvPicPr>
        <p:blipFill>
          <a:blip r:embed="rId6"/>
          <a:stretch>
            <a:fillRect/>
          </a:stretch>
        </p:blipFill>
        <p:spPr>
          <a:xfrm>
            <a:off x="7010400" y="3644900"/>
            <a:ext cx="3556000" cy="1905000"/>
          </a:xfrm>
          <a:prstGeom prst="rect">
            <a:avLst/>
          </a:prstGeom>
        </p:spPr>
      </p:pic>
      <p:pic>
        <p:nvPicPr>
          <p:cNvPr id="6" name="Build 4" descr="s02_4.png"/>
          <p:cNvPicPr>
            <a:picLocks noChangeAspect="1"/>
          </p:cNvPicPr>
          <p:nvPr/>
        </p:nvPicPr>
        <p:blipFill>
          <a:blip r:embed="rId7"/>
          <a:stretch>
            <a:fillRect/>
          </a:stretch>
        </p:blipFill>
        <p:spPr>
          <a:xfrm>
            <a:off x="7378700" y="3073400"/>
            <a:ext cx="3848100" cy="108585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5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Slide" descr="s03_0.png"/>
          <p:cNvPicPr>
            <a:picLocks noChangeAspect="1"/>
          </p:cNvPicPr>
          <p:nvPr/>
        </p:nvPicPr>
        <p:blipFill>
          <a:blip r:embed="rId3"/>
          <a:stretch>
            <a:fillRect/>
          </a:stretch>
        </p:blipFill>
        <p:spPr>
          <a:xfrm>
            <a:off x="0" y="0"/>
            <a:ext cx="12192000" cy="6858000"/>
          </a:xfrm>
          <a:prstGeom prst="rect">
            <a:avLst/>
          </a:prstGeom>
        </p:spPr>
      </p:pic>
      <p:pic>
        <p:nvPicPr>
          <p:cNvPr id="3" name="Build 1" descr="s03_1.png"/>
          <p:cNvPicPr>
            <a:picLocks noChangeAspect="1"/>
          </p:cNvPicPr>
          <p:nvPr/>
        </p:nvPicPr>
        <p:blipFill>
          <a:blip r:embed="rId4"/>
          <a:stretch>
            <a:fillRect/>
          </a:stretch>
        </p:blipFill>
        <p:spPr>
          <a:xfrm>
            <a:off x="812800" y="2165350"/>
            <a:ext cx="5537200" cy="2438400"/>
          </a:xfrm>
          <a:prstGeom prst="rect">
            <a:avLst/>
          </a:prstGeom>
        </p:spPr>
      </p:pic>
      <p:pic>
        <p:nvPicPr>
          <p:cNvPr id="4" name="Build 2" descr="s03_2.png"/>
          <p:cNvPicPr>
            <a:picLocks noChangeAspect="1"/>
          </p:cNvPicPr>
          <p:nvPr/>
        </p:nvPicPr>
        <p:blipFill>
          <a:blip r:embed="rId5"/>
          <a:stretch>
            <a:fillRect/>
          </a:stretch>
        </p:blipFill>
        <p:spPr>
          <a:xfrm>
            <a:off x="4140200" y="2536825"/>
            <a:ext cx="2409825" cy="1368425"/>
          </a:xfrm>
          <a:prstGeom prst="rect">
            <a:avLst/>
          </a:prstGeom>
        </p:spPr>
      </p:pic>
      <p:pic>
        <p:nvPicPr>
          <p:cNvPr id="5" name="Build 3" descr="s03_3.png"/>
          <p:cNvPicPr>
            <a:picLocks noChangeAspect="1"/>
          </p:cNvPicPr>
          <p:nvPr/>
        </p:nvPicPr>
        <p:blipFill>
          <a:blip r:embed="rId6"/>
          <a:stretch>
            <a:fillRect/>
          </a:stretch>
        </p:blipFill>
        <p:spPr>
          <a:xfrm>
            <a:off x="6772275" y="1778000"/>
            <a:ext cx="4127500" cy="206375"/>
          </a:xfrm>
          <a:prstGeom prst="rect">
            <a:avLst/>
          </a:prstGeom>
        </p:spPr>
      </p:pic>
      <p:pic>
        <p:nvPicPr>
          <p:cNvPr id="6" name="Build 4" descr="s03_4.png"/>
          <p:cNvPicPr>
            <a:picLocks noChangeAspect="1"/>
          </p:cNvPicPr>
          <p:nvPr/>
        </p:nvPicPr>
        <p:blipFill>
          <a:blip r:embed="rId7"/>
          <a:stretch>
            <a:fillRect/>
          </a:stretch>
        </p:blipFill>
        <p:spPr>
          <a:xfrm>
            <a:off x="6756400" y="2032000"/>
            <a:ext cx="4622800" cy="1200150"/>
          </a:xfrm>
          <a:prstGeom prst="rect">
            <a:avLst/>
          </a:prstGeom>
        </p:spPr>
      </p:pic>
      <p:pic>
        <p:nvPicPr>
          <p:cNvPr id="7" name="Build 5" descr="s03_5.png"/>
          <p:cNvPicPr>
            <a:picLocks noChangeAspect="1"/>
          </p:cNvPicPr>
          <p:nvPr/>
        </p:nvPicPr>
        <p:blipFill>
          <a:blip r:embed="rId8"/>
          <a:stretch>
            <a:fillRect/>
          </a:stretch>
        </p:blipFill>
        <p:spPr>
          <a:xfrm>
            <a:off x="6756400" y="3321050"/>
            <a:ext cx="4622800" cy="1435100"/>
          </a:xfrm>
          <a:prstGeom prst="rect">
            <a:avLst/>
          </a:prstGeom>
        </p:spPr>
      </p:pic>
      <p:pic>
        <p:nvPicPr>
          <p:cNvPr id="8" name="Build 6" descr="s03_6.png"/>
          <p:cNvPicPr>
            <a:picLocks noChangeAspect="1"/>
          </p:cNvPicPr>
          <p:nvPr/>
        </p:nvPicPr>
        <p:blipFill>
          <a:blip r:embed="rId9"/>
          <a:stretch>
            <a:fillRect/>
          </a:stretch>
        </p:blipFill>
        <p:spPr>
          <a:xfrm>
            <a:off x="812800" y="5048250"/>
            <a:ext cx="10566400" cy="72390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5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5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500"/>
                                        <p:tgtEl>
                                          <p:spTgt spid="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8"/>
                                        </p:tgtEl>
                                        <p:attrNameLst>
                                          <p:attrName>style.visibility</p:attrName>
                                        </p:attrNameLst>
                                      </p:cBhvr>
                                      <p:to>
                                        <p:strVal val="visible"/>
                                      </p:to>
                                    </p:set>
                                    <p:animEffect transition="in" filter="fade">
                                      <p:cBhvr>
                                        <p:cTn id="32"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Slide" descr="s05_0.png"/>
          <p:cNvPicPr>
            <a:picLocks noChangeAspect="1"/>
          </p:cNvPicPr>
          <p:nvPr/>
        </p:nvPicPr>
        <p:blipFill>
          <a:blip r:embed="rId3"/>
          <a:stretch>
            <a:fillRect/>
          </a:stretch>
        </p:blipFill>
        <p:spPr>
          <a:xfrm>
            <a:off x="0" y="0"/>
            <a:ext cx="12192000" cy="6858000"/>
          </a:xfrm>
          <a:prstGeom prst="rect">
            <a:avLst/>
          </a:prstGeom>
        </p:spPr>
      </p:pic>
      <p:pic>
        <p:nvPicPr>
          <p:cNvPr id="3" name="Build 1" descr="s05_1.png"/>
          <p:cNvPicPr>
            <a:picLocks noChangeAspect="1"/>
          </p:cNvPicPr>
          <p:nvPr/>
        </p:nvPicPr>
        <p:blipFill>
          <a:blip r:embed="rId4"/>
          <a:stretch>
            <a:fillRect/>
          </a:stretch>
        </p:blipFill>
        <p:spPr>
          <a:xfrm>
            <a:off x="812800" y="1905000"/>
            <a:ext cx="10566400" cy="1206500"/>
          </a:xfrm>
          <a:prstGeom prst="rect">
            <a:avLst/>
          </a:prstGeom>
        </p:spPr>
      </p:pic>
      <p:pic>
        <p:nvPicPr>
          <p:cNvPr id="4" name="Build 2" descr="s05_2.png"/>
          <p:cNvPicPr>
            <a:picLocks noChangeAspect="1"/>
          </p:cNvPicPr>
          <p:nvPr/>
        </p:nvPicPr>
        <p:blipFill>
          <a:blip r:embed="rId5"/>
          <a:stretch>
            <a:fillRect/>
          </a:stretch>
        </p:blipFill>
        <p:spPr>
          <a:xfrm>
            <a:off x="812800" y="3359150"/>
            <a:ext cx="10566400" cy="958850"/>
          </a:xfrm>
          <a:prstGeom prst="rect">
            <a:avLst/>
          </a:prstGeom>
        </p:spPr>
      </p:pic>
      <p:pic>
        <p:nvPicPr>
          <p:cNvPr id="5" name="Build 3" descr="s05_3.png"/>
          <p:cNvPicPr>
            <a:picLocks noChangeAspect="1"/>
          </p:cNvPicPr>
          <p:nvPr/>
        </p:nvPicPr>
        <p:blipFill>
          <a:blip r:embed="rId6"/>
          <a:stretch>
            <a:fillRect/>
          </a:stretch>
        </p:blipFill>
        <p:spPr>
          <a:xfrm>
            <a:off x="812800" y="4565650"/>
            <a:ext cx="10566400" cy="95885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Slide" descr="s06_0.png"/>
          <p:cNvPicPr>
            <a:picLocks noChangeAspect="1"/>
          </p:cNvPicPr>
          <p:nvPr/>
        </p:nvPicPr>
        <p:blipFill>
          <a:blip r:embed="rId3"/>
          <a:stretch>
            <a:fillRect/>
          </a:stretch>
        </p:blipFill>
        <p:spPr>
          <a:xfrm>
            <a:off x="0" y="0"/>
            <a:ext cx="12192000" cy="6858000"/>
          </a:xfrm>
          <a:prstGeom prst="rect">
            <a:avLst/>
          </a:prstGeom>
        </p:spPr>
      </p:pic>
      <p:pic>
        <p:nvPicPr>
          <p:cNvPr id="3" name="Build 1" descr="s06_1.png"/>
          <p:cNvPicPr>
            <a:picLocks noChangeAspect="1"/>
          </p:cNvPicPr>
          <p:nvPr/>
        </p:nvPicPr>
        <p:blipFill>
          <a:blip r:embed="rId4"/>
          <a:stretch>
            <a:fillRect/>
          </a:stretch>
        </p:blipFill>
        <p:spPr>
          <a:xfrm>
            <a:off x="812800" y="1905000"/>
            <a:ext cx="10566400" cy="1206500"/>
          </a:xfrm>
          <a:prstGeom prst="rect">
            <a:avLst/>
          </a:prstGeom>
        </p:spPr>
      </p:pic>
      <p:pic>
        <p:nvPicPr>
          <p:cNvPr id="4" name="Build 2" descr="s06_2.png"/>
          <p:cNvPicPr>
            <a:picLocks noChangeAspect="1"/>
          </p:cNvPicPr>
          <p:nvPr/>
        </p:nvPicPr>
        <p:blipFill>
          <a:blip r:embed="rId5"/>
          <a:stretch>
            <a:fillRect/>
          </a:stretch>
        </p:blipFill>
        <p:spPr>
          <a:xfrm>
            <a:off x="812800" y="3359150"/>
            <a:ext cx="10566400" cy="958850"/>
          </a:xfrm>
          <a:prstGeom prst="rect">
            <a:avLst/>
          </a:prstGeom>
        </p:spPr>
      </p:pic>
      <p:pic>
        <p:nvPicPr>
          <p:cNvPr id="5" name="Build 3" descr="s06_3.png"/>
          <p:cNvPicPr>
            <a:picLocks noChangeAspect="1"/>
          </p:cNvPicPr>
          <p:nvPr/>
        </p:nvPicPr>
        <p:blipFill>
          <a:blip r:embed="rId6"/>
          <a:stretch>
            <a:fillRect/>
          </a:stretch>
        </p:blipFill>
        <p:spPr>
          <a:xfrm>
            <a:off x="812800" y="4565650"/>
            <a:ext cx="10566400" cy="95885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Slide" descr="s07_0.png"/>
          <p:cNvPicPr>
            <a:picLocks noChangeAspect="1"/>
          </p:cNvPicPr>
          <p:nvPr/>
        </p:nvPicPr>
        <p:blipFill>
          <a:blip r:embed="rId3"/>
          <a:stretch>
            <a:fillRect/>
          </a:stretch>
        </p:blipFill>
        <p:spPr>
          <a:xfrm>
            <a:off x="0" y="0"/>
            <a:ext cx="12192000" cy="6858000"/>
          </a:xfrm>
          <a:prstGeom prst="rect">
            <a:avLst/>
          </a:prstGeom>
        </p:spPr>
      </p:pic>
      <p:pic>
        <p:nvPicPr>
          <p:cNvPr id="3" name="Build 1" descr="s07_1.png"/>
          <p:cNvPicPr>
            <a:picLocks noChangeAspect="1"/>
          </p:cNvPicPr>
          <p:nvPr/>
        </p:nvPicPr>
        <p:blipFill>
          <a:blip r:embed="rId4"/>
          <a:stretch>
            <a:fillRect/>
          </a:stretch>
        </p:blipFill>
        <p:spPr>
          <a:xfrm>
            <a:off x="812800" y="1905000"/>
            <a:ext cx="10566400" cy="1206500"/>
          </a:xfrm>
          <a:prstGeom prst="rect">
            <a:avLst/>
          </a:prstGeom>
        </p:spPr>
      </p:pic>
      <p:pic>
        <p:nvPicPr>
          <p:cNvPr id="4" name="Build 2" descr="s07_2.png"/>
          <p:cNvPicPr>
            <a:picLocks noChangeAspect="1"/>
          </p:cNvPicPr>
          <p:nvPr/>
        </p:nvPicPr>
        <p:blipFill>
          <a:blip r:embed="rId5"/>
          <a:stretch>
            <a:fillRect/>
          </a:stretch>
        </p:blipFill>
        <p:spPr>
          <a:xfrm>
            <a:off x="812800" y="3359150"/>
            <a:ext cx="10566400" cy="958850"/>
          </a:xfrm>
          <a:prstGeom prst="rect">
            <a:avLst/>
          </a:prstGeom>
        </p:spPr>
      </p:pic>
      <p:pic>
        <p:nvPicPr>
          <p:cNvPr id="5" name="Build 3" descr="s07_3.png"/>
          <p:cNvPicPr>
            <a:picLocks noChangeAspect="1"/>
          </p:cNvPicPr>
          <p:nvPr/>
        </p:nvPicPr>
        <p:blipFill>
          <a:blip r:embed="rId6"/>
          <a:stretch>
            <a:fillRect/>
          </a:stretch>
        </p:blipFill>
        <p:spPr>
          <a:xfrm>
            <a:off x="812800" y="4521200"/>
            <a:ext cx="10566400" cy="100330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Slide" descr="s04_0.png"/>
          <p:cNvPicPr>
            <a:picLocks noChangeAspect="1"/>
          </p:cNvPicPr>
          <p:nvPr/>
        </p:nvPicPr>
        <p:blipFill>
          <a:blip r:embed="rId3"/>
          <a:stretch>
            <a:fillRect/>
          </a:stretch>
        </p:blipFill>
        <p:spPr>
          <a:xfrm>
            <a:off x="0" y="0"/>
            <a:ext cx="12192000" cy="6858000"/>
          </a:xfrm>
          <a:prstGeom prst="rect">
            <a:avLst/>
          </a:prstGeom>
        </p:spPr>
      </p:pic>
      <p:pic>
        <p:nvPicPr>
          <p:cNvPr id="3" name="Build 1" descr="s04_1.png"/>
          <p:cNvPicPr>
            <a:picLocks noChangeAspect="1"/>
          </p:cNvPicPr>
          <p:nvPr/>
        </p:nvPicPr>
        <p:blipFill>
          <a:blip r:embed="rId4"/>
          <a:stretch>
            <a:fillRect/>
          </a:stretch>
        </p:blipFill>
        <p:spPr>
          <a:xfrm>
            <a:off x="812800" y="3124200"/>
            <a:ext cx="10566400" cy="825500"/>
          </a:xfrm>
          <a:prstGeom prst="rect">
            <a:avLst/>
          </a:prstGeom>
        </p:spPr>
      </p:pic>
      <p:pic>
        <p:nvPicPr>
          <p:cNvPr id="4" name="Build 2" descr="s04_2.png"/>
          <p:cNvPicPr>
            <a:picLocks noChangeAspect="1"/>
          </p:cNvPicPr>
          <p:nvPr/>
        </p:nvPicPr>
        <p:blipFill>
          <a:blip r:embed="rId5"/>
          <a:stretch>
            <a:fillRect/>
          </a:stretch>
        </p:blipFill>
        <p:spPr>
          <a:xfrm>
            <a:off x="815975" y="1498600"/>
            <a:ext cx="9175750" cy="2000250"/>
          </a:xfrm>
          <a:prstGeom prst="rect">
            <a:avLst/>
          </a:prstGeom>
        </p:spPr>
      </p:pic>
      <p:pic>
        <p:nvPicPr>
          <p:cNvPr id="5" name="Build 3" descr="s04_3.png"/>
          <p:cNvPicPr>
            <a:picLocks noChangeAspect="1"/>
          </p:cNvPicPr>
          <p:nvPr/>
        </p:nvPicPr>
        <p:blipFill>
          <a:blip r:embed="rId6"/>
          <a:stretch>
            <a:fillRect/>
          </a:stretch>
        </p:blipFill>
        <p:spPr>
          <a:xfrm>
            <a:off x="819150" y="3975100"/>
            <a:ext cx="10560050" cy="205740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Slide" descr="s08_0.png"/>
          <p:cNvPicPr>
            <a:picLocks noChangeAspect="1"/>
          </p:cNvPicPr>
          <p:nvPr/>
        </p:nvPicPr>
        <p:blipFill>
          <a:blip r:embed="rId3"/>
          <a:stretch>
            <a:fillRect/>
          </a:stretch>
        </p:blipFill>
        <p:spPr>
          <a:xfrm>
            <a:off x="0" y="0"/>
            <a:ext cx="12192000" cy="6858000"/>
          </a:xfrm>
          <a:prstGeom prst="rect">
            <a:avLst/>
          </a:prstGeom>
        </p:spPr>
      </p:pic>
      <p:pic>
        <p:nvPicPr>
          <p:cNvPr id="3" name="Build 1" descr="s08_1.png"/>
          <p:cNvPicPr>
            <a:picLocks noChangeAspect="1"/>
          </p:cNvPicPr>
          <p:nvPr/>
        </p:nvPicPr>
        <p:blipFill>
          <a:blip r:embed="rId4"/>
          <a:stretch>
            <a:fillRect/>
          </a:stretch>
        </p:blipFill>
        <p:spPr>
          <a:xfrm>
            <a:off x="812800" y="1905000"/>
            <a:ext cx="1524000" cy="635000"/>
          </a:xfrm>
          <a:prstGeom prst="rect">
            <a:avLst/>
          </a:prstGeom>
        </p:spPr>
      </p:pic>
      <p:pic>
        <p:nvPicPr>
          <p:cNvPr id="4" name="Build 2" descr="s08_2.png"/>
          <p:cNvPicPr>
            <a:picLocks noChangeAspect="1"/>
          </p:cNvPicPr>
          <p:nvPr/>
        </p:nvPicPr>
        <p:blipFill>
          <a:blip r:embed="rId5"/>
          <a:stretch>
            <a:fillRect/>
          </a:stretch>
        </p:blipFill>
        <p:spPr>
          <a:xfrm>
            <a:off x="2336800" y="1587500"/>
            <a:ext cx="5715000" cy="1270000"/>
          </a:xfrm>
          <a:prstGeom prst="rect">
            <a:avLst/>
          </a:prstGeom>
        </p:spPr>
      </p:pic>
      <p:pic>
        <p:nvPicPr>
          <p:cNvPr id="5" name="Build 3" descr="s08_3.png"/>
          <p:cNvPicPr>
            <a:picLocks noChangeAspect="1"/>
          </p:cNvPicPr>
          <p:nvPr/>
        </p:nvPicPr>
        <p:blipFill>
          <a:blip r:embed="rId6"/>
          <a:stretch>
            <a:fillRect/>
          </a:stretch>
        </p:blipFill>
        <p:spPr>
          <a:xfrm>
            <a:off x="8051800" y="1778000"/>
            <a:ext cx="3327400" cy="889000"/>
          </a:xfrm>
          <a:prstGeom prst="rect">
            <a:avLst/>
          </a:prstGeom>
        </p:spPr>
      </p:pic>
      <p:pic>
        <p:nvPicPr>
          <p:cNvPr id="6" name="Build 4" descr="s08_4.png"/>
          <p:cNvPicPr>
            <a:picLocks noChangeAspect="1"/>
          </p:cNvPicPr>
          <p:nvPr/>
        </p:nvPicPr>
        <p:blipFill>
          <a:blip r:embed="rId7"/>
          <a:stretch>
            <a:fillRect/>
          </a:stretch>
        </p:blipFill>
        <p:spPr>
          <a:xfrm>
            <a:off x="812800" y="2667000"/>
            <a:ext cx="9166225" cy="2374900"/>
          </a:xfrm>
          <a:prstGeom prst="rect">
            <a:avLst/>
          </a:prstGeom>
        </p:spPr>
      </p:pic>
      <p:pic>
        <p:nvPicPr>
          <p:cNvPr id="7" name="Build 5" descr="s08_5.png"/>
          <p:cNvPicPr>
            <a:picLocks noChangeAspect="1"/>
          </p:cNvPicPr>
          <p:nvPr/>
        </p:nvPicPr>
        <p:blipFill>
          <a:blip r:embed="rId8"/>
          <a:stretch>
            <a:fillRect/>
          </a:stretch>
        </p:blipFill>
        <p:spPr>
          <a:xfrm>
            <a:off x="3025775" y="2524125"/>
            <a:ext cx="4568825" cy="190500"/>
          </a:xfrm>
          <a:prstGeom prst="rect">
            <a:avLst/>
          </a:prstGeom>
        </p:spPr>
      </p:pic>
      <p:pic>
        <p:nvPicPr>
          <p:cNvPr id="8" name="Build 6" descr="s08_6.png"/>
          <p:cNvPicPr>
            <a:picLocks noChangeAspect="1"/>
          </p:cNvPicPr>
          <p:nvPr/>
        </p:nvPicPr>
        <p:blipFill>
          <a:blip r:embed="rId9"/>
          <a:stretch>
            <a:fillRect/>
          </a:stretch>
        </p:blipFill>
        <p:spPr>
          <a:xfrm>
            <a:off x="2717800" y="3321050"/>
            <a:ext cx="8661400" cy="1016000"/>
          </a:xfrm>
          <a:prstGeom prst="rect">
            <a:avLst/>
          </a:prstGeom>
        </p:spPr>
      </p:pic>
      <p:pic>
        <p:nvPicPr>
          <p:cNvPr id="9" name="Build 7" descr="s08_7.png"/>
          <p:cNvPicPr>
            <a:picLocks noChangeAspect="1"/>
          </p:cNvPicPr>
          <p:nvPr/>
        </p:nvPicPr>
        <p:blipFill>
          <a:blip r:embed="rId10"/>
          <a:stretch>
            <a:fillRect/>
          </a:stretch>
        </p:blipFill>
        <p:spPr>
          <a:xfrm>
            <a:off x="2717800" y="4502150"/>
            <a:ext cx="8661400" cy="137160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5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5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500"/>
                                        <p:tgtEl>
                                          <p:spTgt spid="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8"/>
                                        </p:tgtEl>
                                        <p:attrNameLst>
                                          <p:attrName>style.visibility</p:attrName>
                                        </p:attrNameLst>
                                      </p:cBhvr>
                                      <p:to>
                                        <p:strVal val="visible"/>
                                      </p:to>
                                    </p:set>
                                    <p:animEffect transition="in" filter="fade">
                                      <p:cBhvr>
                                        <p:cTn id="32" dur="500"/>
                                        <p:tgtEl>
                                          <p:spTgt spid="8"/>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9"/>
                                        </p:tgtEl>
                                        <p:attrNameLst>
                                          <p:attrName>style.visibility</p:attrName>
                                        </p:attrNameLst>
                                      </p:cBhvr>
                                      <p:to>
                                        <p:strVal val="visible"/>
                                      </p:to>
                                    </p:set>
                                    <p:animEffect transition="in" filter="fade">
                                      <p:cBhvr>
                                        <p:cTn id="37"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Slide" descr="s10b_0.png"/>
          <p:cNvPicPr>
            <a:picLocks noChangeAspect="1"/>
          </p:cNvPicPr>
          <p:nvPr/>
        </p:nvPicPr>
        <p:blipFill>
          <a:blip r:embed="rId3"/>
          <a:stretch>
            <a:fillRect/>
          </a:stretch>
        </p:blipFill>
        <p:spPr>
          <a:xfrm>
            <a:off x="0" y="0"/>
            <a:ext cx="12192000" cy="6858000"/>
          </a:xfrm>
          <a:prstGeom prst="rect">
            <a:avLst/>
          </a:prstGeom>
        </p:spPr>
      </p:pic>
      <p:pic>
        <p:nvPicPr>
          <p:cNvPr id="3" name="Build 1" descr="s10b_1.png"/>
          <p:cNvPicPr>
            <a:picLocks noChangeAspect="1"/>
          </p:cNvPicPr>
          <p:nvPr/>
        </p:nvPicPr>
        <p:blipFill>
          <a:blip r:embed="rId4"/>
          <a:stretch>
            <a:fillRect/>
          </a:stretch>
        </p:blipFill>
        <p:spPr>
          <a:xfrm>
            <a:off x="812800" y="1625600"/>
            <a:ext cx="10566400" cy="2311400"/>
          </a:xfrm>
          <a:prstGeom prst="rect">
            <a:avLst/>
          </a:prstGeom>
        </p:spPr>
      </p:pic>
      <p:pic>
        <p:nvPicPr>
          <p:cNvPr id="4" name="Build 2" descr="s10b_2.png"/>
          <p:cNvPicPr>
            <a:picLocks noChangeAspect="1"/>
          </p:cNvPicPr>
          <p:nvPr/>
        </p:nvPicPr>
        <p:blipFill>
          <a:blip r:embed="rId5"/>
          <a:stretch>
            <a:fillRect/>
          </a:stretch>
        </p:blipFill>
        <p:spPr>
          <a:xfrm>
            <a:off x="3530600" y="2765425"/>
            <a:ext cx="7848600" cy="1171575"/>
          </a:xfrm>
          <a:prstGeom prst="rect">
            <a:avLst/>
          </a:prstGeom>
        </p:spPr>
      </p:pic>
      <p:pic>
        <p:nvPicPr>
          <p:cNvPr id="5" name="Build 3" descr="s10b_3.png"/>
          <p:cNvPicPr>
            <a:picLocks noChangeAspect="1"/>
          </p:cNvPicPr>
          <p:nvPr/>
        </p:nvPicPr>
        <p:blipFill>
          <a:blip r:embed="rId6"/>
          <a:stretch>
            <a:fillRect/>
          </a:stretch>
        </p:blipFill>
        <p:spPr>
          <a:xfrm>
            <a:off x="812800" y="4102100"/>
            <a:ext cx="10566400" cy="1787525"/>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Slide" descr="s12_0.png"/>
          <p:cNvPicPr>
            <a:picLocks noChangeAspect="1"/>
          </p:cNvPicPr>
          <p:nvPr/>
        </p:nvPicPr>
        <p:blipFill>
          <a:blip r:embed="rId3"/>
          <a:stretch>
            <a:fillRect/>
          </a:stretch>
        </p:blipFill>
        <p:spPr>
          <a:xfrm>
            <a:off x="0" y="0"/>
            <a:ext cx="12192000" cy="6858000"/>
          </a:xfrm>
          <a:prstGeom prst="rect">
            <a:avLst/>
          </a:prstGeom>
        </p:spPr>
      </p:pic>
      <p:pic>
        <p:nvPicPr>
          <p:cNvPr id="3" name="Build 1" descr="s12_1.png"/>
          <p:cNvPicPr>
            <a:picLocks noChangeAspect="1"/>
          </p:cNvPicPr>
          <p:nvPr/>
        </p:nvPicPr>
        <p:blipFill>
          <a:blip r:embed="rId4"/>
          <a:stretch>
            <a:fillRect/>
          </a:stretch>
        </p:blipFill>
        <p:spPr>
          <a:xfrm>
            <a:off x="812800" y="1397000"/>
            <a:ext cx="3149600" cy="4610100"/>
          </a:xfrm>
          <a:prstGeom prst="rect">
            <a:avLst/>
          </a:prstGeom>
        </p:spPr>
      </p:pic>
      <p:pic>
        <p:nvPicPr>
          <p:cNvPr id="4" name="Build 2" descr="s12_2.png"/>
          <p:cNvPicPr>
            <a:picLocks noChangeAspect="1"/>
          </p:cNvPicPr>
          <p:nvPr/>
        </p:nvPicPr>
        <p:blipFill>
          <a:blip r:embed="rId5"/>
          <a:stretch>
            <a:fillRect/>
          </a:stretch>
        </p:blipFill>
        <p:spPr>
          <a:xfrm>
            <a:off x="4064000" y="1397000"/>
            <a:ext cx="3606800" cy="4178300"/>
          </a:xfrm>
          <a:prstGeom prst="rect">
            <a:avLst/>
          </a:prstGeom>
        </p:spPr>
      </p:pic>
      <p:pic>
        <p:nvPicPr>
          <p:cNvPr id="5" name="Build 3" descr="s12_3.png"/>
          <p:cNvPicPr>
            <a:picLocks noChangeAspect="1"/>
          </p:cNvPicPr>
          <p:nvPr/>
        </p:nvPicPr>
        <p:blipFill>
          <a:blip r:embed="rId6"/>
          <a:stretch>
            <a:fillRect/>
          </a:stretch>
        </p:blipFill>
        <p:spPr>
          <a:xfrm>
            <a:off x="7772400" y="1397000"/>
            <a:ext cx="3606800" cy="417830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Slide" descr="s11_0.png"/>
          <p:cNvPicPr>
            <a:picLocks noChangeAspect="1"/>
          </p:cNvPicPr>
          <p:nvPr/>
        </p:nvPicPr>
        <p:blipFill>
          <a:blip r:embed="rId3"/>
          <a:stretch>
            <a:fillRect/>
          </a:stretch>
        </p:blipFill>
        <p:spPr>
          <a:xfrm>
            <a:off x="0" y="0"/>
            <a:ext cx="12192000" cy="6858000"/>
          </a:xfrm>
          <a:prstGeom prst="rect">
            <a:avLst/>
          </a:prstGeom>
        </p:spPr>
      </p:pic>
      <p:pic>
        <p:nvPicPr>
          <p:cNvPr id="3" name="Build 1" descr="s11_1.png"/>
          <p:cNvPicPr>
            <a:picLocks noChangeAspect="1"/>
          </p:cNvPicPr>
          <p:nvPr/>
        </p:nvPicPr>
        <p:blipFill>
          <a:blip r:embed="rId4"/>
          <a:stretch>
            <a:fillRect/>
          </a:stretch>
        </p:blipFill>
        <p:spPr>
          <a:xfrm>
            <a:off x="812800" y="1447800"/>
            <a:ext cx="5219700" cy="4191000"/>
          </a:xfrm>
          <a:prstGeom prst="rect">
            <a:avLst/>
          </a:prstGeom>
        </p:spPr>
      </p:pic>
      <p:pic>
        <p:nvPicPr>
          <p:cNvPr id="4" name="Build 2" descr="s11_2.png"/>
          <p:cNvPicPr>
            <a:picLocks noChangeAspect="1"/>
          </p:cNvPicPr>
          <p:nvPr/>
        </p:nvPicPr>
        <p:blipFill>
          <a:blip r:embed="rId5"/>
          <a:stretch>
            <a:fillRect/>
          </a:stretch>
        </p:blipFill>
        <p:spPr>
          <a:xfrm>
            <a:off x="812800" y="1447800"/>
            <a:ext cx="10566400" cy="4511675"/>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Slide" descr="s09_0.png"/>
          <p:cNvPicPr>
            <a:picLocks noChangeAspect="1"/>
          </p:cNvPicPr>
          <p:nvPr/>
        </p:nvPicPr>
        <p:blipFill>
          <a:blip r:embed="rId3"/>
          <a:stretch>
            <a:fillRect/>
          </a:stretch>
        </p:blipFill>
        <p:spPr>
          <a:xfrm>
            <a:off x="0" y="0"/>
            <a:ext cx="12192000" cy="6858000"/>
          </a:xfrm>
          <a:prstGeom prst="rect">
            <a:avLst/>
          </a:prstGeom>
        </p:spPr>
      </p:pic>
      <p:pic>
        <p:nvPicPr>
          <p:cNvPr id="3" name="Build 1" descr="s09_1.png"/>
          <p:cNvPicPr>
            <a:picLocks noChangeAspect="1"/>
          </p:cNvPicPr>
          <p:nvPr/>
        </p:nvPicPr>
        <p:blipFill>
          <a:blip r:embed="rId4"/>
          <a:stretch>
            <a:fillRect/>
          </a:stretch>
        </p:blipFill>
        <p:spPr>
          <a:xfrm>
            <a:off x="815975" y="1819275"/>
            <a:ext cx="5645150" cy="1609725"/>
          </a:xfrm>
          <a:prstGeom prst="rect">
            <a:avLst/>
          </a:prstGeom>
        </p:spPr>
      </p:pic>
      <p:pic>
        <p:nvPicPr>
          <p:cNvPr id="4" name="Build 2" descr="s09_2.png"/>
          <p:cNvPicPr>
            <a:picLocks noChangeAspect="1"/>
          </p:cNvPicPr>
          <p:nvPr/>
        </p:nvPicPr>
        <p:blipFill>
          <a:blip r:embed="rId5"/>
          <a:stretch>
            <a:fillRect/>
          </a:stretch>
        </p:blipFill>
        <p:spPr>
          <a:xfrm>
            <a:off x="6788150" y="1809750"/>
            <a:ext cx="4664075" cy="1622425"/>
          </a:xfrm>
          <a:prstGeom prst="rect">
            <a:avLst/>
          </a:prstGeom>
        </p:spPr>
      </p:pic>
      <p:pic>
        <p:nvPicPr>
          <p:cNvPr id="5" name="Build 3" descr="s09_3.png"/>
          <p:cNvPicPr>
            <a:picLocks noChangeAspect="1"/>
          </p:cNvPicPr>
          <p:nvPr/>
        </p:nvPicPr>
        <p:blipFill>
          <a:blip r:embed="rId6"/>
          <a:stretch>
            <a:fillRect/>
          </a:stretch>
        </p:blipFill>
        <p:spPr>
          <a:xfrm>
            <a:off x="4473575" y="3578225"/>
            <a:ext cx="3238500" cy="149225"/>
          </a:xfrm>
          <a:prstGeom prst="rect">
            <a:avLst/>
          </a:prstGeom>
        </p:spPr>
      </p:pic>
      <p:pic>
        <p:nvPicPr>
          <p:cNvPr id="6" name="Build 4" descr="s09_4.png"/>
          <p:cNvPicPr>
            <a:picLocks noChangeAspect="1"/>
          </p:cNvPicPr>
          <p:nvPr/>
        </p:nvPicPr>
        <p:blipFill>
          <a:blip r:embed="rId7"/>
          <a:stretch>
            <a:fillRect/>
          </a:stretch>
        </p:blipFill>
        <p:spPr>
          <a:xfrm>
            <a:off x="812800" y="3797300"/>
            <a:ext cx="5867400" cy="1739900"/>
          </a:xfrm>
          <a:prstGeom prst="rect">
            <a:avLst/>
          </a:prstGeom>
        </p:spPr>
      </p:pic>
      <p:pic>
        <p:nvPicPr>
          <p:cNvPr id="7" name="Build 5" descr="s09_5.png"/>
          <p:cNvPicPr>
            <a:picLocks noChangeAspect="1"/>
          </p:cNvPicPr>
          <p:nvPr/>
        </p:nvPicPr>
        <p:blipFill>
          <a:blip r:embed="rId8"/>
          <a:stretch>
            <a:fillRect/>
          </a:stretch>
        </p:blipFill>
        <p:spPr>
          <a:xfrm>
            <a:off x="6781800" y="3797300"/>
            <a:ext cx="4597400" cy="1739900"/>
          </a:xfrm>
          <a:prstGeom prst="rect">
            <a:avLst/>
          </a:prstGeom>
        </p:spPr>
      </p:pic>
      <p:pic>
        <p:nvPicPr>
          <p:cNvPr id="8" name="Build 6" descr="s09_6.png"/>
          <p:cNvPicPr>
            <a:picLocks noChangeAspect="1"/>
          </p:cNvPicPr>
          <p:nvPr/>
        </p:nvPicPr>
        <p:blipFill>
          <a:blip r:embed="rId9"/>
          <a:stretch>
            <a:fillRect/>
          </a:stretch>
        </p:blipFill>
        <p:spPr>
          <a:xfrm>
            <a:off x="812800" y="5626100"/>
            <a:ext cx="10566400" cy="34925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5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5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500"/>
                                        <p:tgtEl>
                                          <p:spTgt spid="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8"/>
                                        </p:tgtEl>
                                        <p:attrNameLst>
                                          <p:attrName>style.visibility</p:attrName>
                                        </p:attrNameLst>
                                      </p:cBhvr>
                                      <p:to>
                                        <p:strVal val="visible"/>
                                      </p:to>
                                    </p:set>
                                    <p:animEffect transition="in" filter="fade">
                                      <p:cBhvr>
                                        <p:cTn id="32"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Slide" descr="s13_0.png"/>
          <p:cNvPicPr>
            <a:picLocks noChangeAspect="1"/>
          </p:cNvPicPr>
          <p:nvPr/>
        </p:nvPicPr>
        <p:blipFill>
          <a:blip r:embed="rId3"/>
          <a:stretch>
            <a:fillRect/>
          </a:stretch>
        </p:blipFill>
        <p:spPr>
          <a:xfrm>
            <a:off x="0" y="0"/>
            <a:ext cx="12192000" cy="6858000"/>
          </a:xfrm>
          <a:prstGeom prst="rect">
            <a:avLst/>
          </a:prstGeom>
        </p:spPr>
      </p:pic>
      <p:pic>
        <p:nvPicPr>
          <p:cNvPr id="3" name="Build 1" descr="s13_1.png"/>
          <p:cNvPicPr>
            <a:picLocks noChangeAspect="1"/>
          </p:cNvPicPr>
          <p:nvPr/>
        </p:nvPicPr>
        <p:blipFill>
          <a:blip r:embed="rId4"/>
          <a:stretch>
            <a:fillRect/>
          </a:stretch>
        </p:blipFill>
        <p:spPr>
          <a:xfrm>
            <a:off x="812800" y="1879600"/>
            <a:ext cx="10566400" cy="1435100"/>
          </a:xfrm>
          <a:prstGeom prst="rect">
            <a:avLst/>
          </a:prstGeom>
        </p:spPr>
      </p:pic>
      <p:pic>
        <p:nvPicPr>
          <p:cNvPr id="4" name="Build 2" descr="s13_2.png"/>
          <p:cNvPicPr>
            <a:picLocks noChangeAspect="1"/>
          </p:cNvPicPr>
          <p:nvPr/>
        </p:nvPicPr>
        <p:blipFill>
          <a:blip r:embed="rId5"/>
          <a:stretch>
            <a:fillRect/>
          </a:stretch>
        </p:blipFill>
        <p:spPr>
          <a:xfrm>
            <a:off x="819150" y="4019550"/>
            <a:ext cx="3013075" cy="1641475"/>
          </a:xfrm>
          <a:prstGeom prst="rect">
            <a:avLst/>
          </a:prstGeom>
        </p:spPr>
      </p:pic>
      <p:pic>
        <p:nvPicPr>
          <p:cNvPr id="5" name="Build 3" descr="s13_3.png"/>
          <p:cNvPicPr>
            <a:picLocks noChangeAspect="1"/>
          </p:cNvPicPr>
          <p:nvPr/>
        </p:nvPicPr>
        <p:blipFill>
          <a:blip r:embed="rId6"/>
          <a:stretch>
            <a:fillRect/>
          </a:stretch>
        </p:blipFill>
        <p:spPr>
          <a:xfrm>
            <a:off x="4114800" y="4025900"/>
            <a:ext cx="3556000" cy="1555750"/>
          </a:xfrm>
          <a:prstGeom prst="rect">
            <a:avLst/>
          </a:prstGeom>
        </p:spPr>
      </p:pic>
      <p:pic>
        <p:nvPicPr>
          <p:cNvPr id="6" name="Build 4" descr="s13_4.png"/>
          <p:cNvPicPr>
            <a:picLocks noChangeAspect="1"/>
          </p:cNvPicPr>
          <p:nvPr/>
        </p:nvPicPr>
        <p:blipFill>
          <a:blip r:embed="rId7"/>
          <a:stretch>
            <a:fillRect/>
          </a:stretch>
        </p:blipFill>
        <p:spPr>
          <a:xfrm>
            <a:off x="7927975" y="4019550"/>
            <a:ext cx="3225800" cy="149860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5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Slide" descr="s14_0.png"/>
          <p:cNvPicPr>
            <a:picLocks noChangeAspect="1"/>
          </p:cNvPicPr>
          <p:nvPr/>
        </p:nvPicPr>
        <p:blipFill>
          <a:blip r:embed="rId3"/>
          <a:stretch>
            <a:fillRect/>
          </a:stretch>
        </p:blipFill>
        <p:spPr>
          <a:xfrm>
            <a:off x="0" y="0"/>
            <a:ext cx="12192000" cy="6858000"/>
          </a:xfrm>
          <a:prstGeom prst="rect">
            <a:avLst/>
          </a:prstGeom>
        </p:spPr>
      </p:pic>
      <p:pic>
        <p:nvPicPr>
          <p:cNvPr id="3" name="Build 1" descr="s14_1.png"/>
          <p:cNvPicPr>
            <a:picLocks noChangeAspect="1"/>
          </p:cNvPicPr>
          <p:nvPr/>
        </p:nvPicPr>
        <p:blipFill>
          <a:blip r:embed="rId4"/>
          <a:stretch>
            <a:fillRect/>
          </a:stretch>
        </p:blipFill>
        <p:spPr>
          <a:xfrm>
            <a:off x="822325" y="1631950"/>
            <a:ext cx="8448675" cy="4416425"/>
          </a:xfrm>
          <a:prstGeom prst="rect">
            <a:avLst/>
          </a:prstGeom>
        </p:spPr>
      </p:pic>
      <p:pic>
        <p:nvPicPr>
          <p:cNvPr id="4" name="Build 2" descr="s14_2.png"/>
          <p:cNvPicPr>
            <a:picLocks noChangeAspect="1"/>
          </p:cNvPicPr>
          <p:nvPr/>
        </p:nvPicPr>
        <p:blipFill>
          <a:blip r:embed="rId5"/>
          <a:stretch>
            <a:fillRect/>
          </a:stretch>
        </p:blipFill>
        <p:spPr>
          <a:xfrm>
            <a:off x="4876800" y="1631950"/>
            <a:ext cx="6477000" cy="3965575"/>
          </a:xfrm>
          <a:prstGeom prst="rect">
            <a:avLst/>
          </a:prstGeom>
        </p:spPr>
      </p:pic>
      <p:pic>
        <p:nvPicPr>
          <p:cNvPr id="5" name="Build 3" descr="s14_3.png"/>
          <p:cNvPicPr>
            <a:picLocks noChangeAspect="1"/>
          </p:cNvPicPr>
          <p:nvPr/>
        </p:nvPicPr>
        <p:blipFill>
          <a:blip r:embed="rId6"/>
          <a:stretch>
            <a:fillRect/>
          </a:stretch>
        </p:blipFill>
        <p:spPr>
          <a:xfrm>
            <a:off x="4876800" y="2247900"/>
            <a:ext cx="6477000" cy="1736725"/>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Slide" descr="s15b_0.png"/>
          <p:cNvPicPr>
            <a:picLocks noChangeAspect="1"/>
          </p:cNvPicPr>
          <p:nvPr/>
        </p:nvPicPr>
        <p:blipFill>
          <a:blip r:embed="rId3"/>
          <a:stretch>
            <a:fillRect/>
          </a:stretch>
        </p:blipFill>
        <p:spPr>
          <a:xfrm>
            <a:off x="0" y="0"/>
            <a:ext cx="12192000" cy="6858000"/>
          </a:xfrm>
          <a:prstGeom prst="rect">
            <a:avLst/>
          </a:prstGeom>
        </p:spPr>
      </p:pic>
      <p:pic>
        <p:nvPicPr>
          <p:cNvPr id="3" name="Build 1" descr="s15b_1.png"/>
          <p:cNvPicPr>
            <a:picLocks noChangeAspect="1"/>
          </p:cNvPicPr>
          <p:nvPr/>
        </p:nvPicPr>
        <p:blipFill>
          <a:blip r:embed="rId4"/>
          <a:stretch>
            <a:fillRect/>
          </a:stretch>
        </p:blipFill>
        <p:spPr>
          <a:xfrm>
            <a:off x="825500" y="1917700"/>
            <a:ext cx="5359400" cy="4035425"/>
          </a:xfrm>
          <a:prstGeom prst="rect">
            <a:avLst/>
          </a:prstGeom>
        </p:spPr>
      </p:pic>
      <p:pic>
        <p:nvPicPr>
          <p:cNvPr id="4" name="Build 2" descr="s15b_2.png"/>
          <p:cNvPicPr>
            <a:picLocks noChangeAspect="1"/>
          </p:cNvPicPr>
          <p:nvPr/>
        </p:nvPicPr>
        <p:blipFill>
          <a:blip r:embed="rId5"/>
          <a:stretch>
            <a:fillRect/>
          </a:stretch>
        </p:blipFill>
        <p:spPr>
          <a:xfrm>
            <a:off x="6454775" y="2232025"/>
            <a:ext cx="4911725" cy="901700"/>
          </a:xfrm>
          <a:prstGeom prst="rect">
            <a:avLst/>
          </a:prstGeom>
        </p:spPr>
      </p:pic>
      <p:pic>
        <p:nvPicPr>
          <p:cNvPr id="5" name="Build 3" descr="s15b_3.png"/>
          <p:cNvPicPr>
            <a:picLocks noChangeAspect="1"/>
          </p:cNvPicPr>
          <p:nvPr/>
        </p:nvPicPr>
        <p:blipFill>
          <a:blip r:embed="rId6"/>
          <a:stretch>
            <a:fillRect/>
          </a:stretch>
        </p:blipFill>
        <p:spPr>
          <a:xfrm>
            <a:off x="6451600" y="3390900"/>
            <a:ext cx="4921250" cy="895350"/>
          </a:xfrm>
          <a:prstGeom prst="rect">
            <a:avLst/>
          </a:prstGeom>
        </p:spPr>
      </p:pic>
      <p:pic>
        <p:nvPicPr>
          <p:cNvPr id="6" name="Build 4" descr="s15b_4.png"/>
          <p:cNvPicPr>
            <a:picLocks noChangeAspect="1"/>
          </p:cNvPicPr>
          <p:nvPr/>
        </p:nvPicPr>
        <p:blipFill>
          <a:blip r:embed="rId7"/>
          <a:stretch>
            <a:fillRect/>
          </a:stretch>
        </p:blipFill>
        <p:spPr>
          <a:xfrm>
            <a:off x="6457950" y="4549775"/>
            <a:ext cx="4692650" cy="892175"/>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5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Slide" descr="s16_0.png"/>
          <p:cNvPicPr>
            <a:picLocks noChangeAspect="1"/>
          </p:cNvPicPr>
          <p:nvPr/>
        </p:nvPicPr>
        <p:blipFill>
          <a:blip r:embed="rId3"/>
          <a:stretch>
            <a:fillRect/>
          </a:stretch>
        </p:blipFill>
        <p:spPr>
          <a:xfrm>
            <a:off x="0" y="0"/>
            <a:ext cx="12192000" cy="6858000"/>
          </a:xfrm>
          <a:prstGeom prst="rect">
            <a:avLst/>
          </a:prstGeom>
        </p:spPr>
      </p:pic>
      <p:pic>
        <p:nvPicPr>
          <p:cNvPr id="3" name="Build 1" descr="s16_1.png"/>
          <p:cNvPicPr>
            <a:picLocks noChangeAspect="1"/>
          </p:cNvPicPr>
          <p:nvPr/>
        </p:nvPicPr>
        <p:blipFill>
          <a:blip r:embed="rId4"/>
          <a:stretch>
            <a:fillRect/>
          </a:stretch>
        </p:blipFill>
        <p:spPr>
          <a:xfrm>
            <a:off x="819150" y="1543050"/>
            <a:ext cx="6931025" cy="184150"/>
          </a:xfrm>
          <a:prstGeom prst="rect">
            <a:avLst/>
          </a:prstGeom>
        </p:spPr>
      </p:pic>
      <p:pic>
        <p:nvPicPr>
          <p:cNvPr id="4" name="Build 2" descr="s16_2.png"/>
          <p:cNvPicPr>
            <a:picLocks noChangeAspect="1"/>
          </p:cNvPicPr>
          <p:nvPr/>
        </p:nvPicPr>
        <p:blipFill>
          <a:blip r:embed="rId5"/>
          <a:stretch>
            <a:fillRect/>
          </a:stretch>
        </p:blipFill>
        <p:spPr>
          <a:xfrm>
            <a:off x="809625" y="1860550"/>
            <a:ext cx="6734175" cy="2311400"/>
          </a:xfrm>
          <a:prstGeom prst="rect">
            <a:avLst/>
          </a:prstGeom>
        </p:spPr>
      </p:pic>
      <p:pic>
        <p:nvPicPr>
          <p:cNvPr id="5" name="Build 3" descr="s16_3.png"/>
          <p:cNvPicPr>
            <a:picLocks noChangeAspect="1"/>
          </p:cNvPicPr>
          <p:nvPr/>
        </p:nvPicPr>
        <p:blipFill>
          <a:blip r:embed="rId6"/>
          <a:stretch>
            <a:fillRect/>
          </a:stretch>
        </p:blipFill>
        <p:spPr>
          <a:xfrm>
            <a:off x="7835900" y="2178050"/>
            <a:ext cx="3543300" cy="1993900"/>
          </a:xfrm>
          <a:prstGeom prst="rect">
            <a:avLst/>
          </a:prstGeom>
        </p:spPr>
      </p:pic>
      <p:pic>
        <p:nvPicPr>
          <p:cNvPr id="6" name="Build 4" descr="s16_4.png"/>
          <p:cNvPicPr>
            <a:picLocks noChangeAspect="1"/>
          </p:cNvPicPr>
          <p:nvPr/>
        </p:nvPicPr>
        <p:blipFill>
          <a:blip r:embed="rId7"/>
          <a:stretch>
            <a:fillRect/>
          </a:stretch>
        </p:blipFill>
        <p:spPr>
          <a:xfrm>
            <a:off x="809625" y="4311650"/>
            <a:ext cx="10569575" cy="1476375"/>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5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Slide" descr="s17_0.png"/>
          <p:cNvPicPr>
            <a:picLocks noChangeAspect="1"/>
          </p:cNvPicPr>
          <p:nvPr/>
        </p:nvPicPr>
        <p:blipFill>
          <a:blip r:embed="rId3"/>
          <a:stretch>
            <a:fillRect/>
          </a:stretch>
        </p:blipFill>
        <p:spPr>
          <a:xfrm>
            <a:off x="0" y="0"/>
            <a:ext cx="12192000" cy="6858000"/>
          </a:xfrm>
          <a:prstGeom prst="rect">
            <a:avLst/>
          </a:prstGeom>
        </p:spPr>
      </p:pic>
      <p:pic>
        <p:nvPicPr>
          <p:cNvPr id="3" name="Build 1" descr="s17_1.png"/>
          <p:cNvPicPr>
            <a:picLocks noChangeAspect="1"/>
          </p:cNvPicPr>
          <p:nvPr/>
        </p:nvPicPr>
        <p:blipFill>
          <a:blip r:embed="rId4"/>
          <a:stretch>
            <a:fillRect/>
          </a:stretch>
        </p:blipFill>
        <p:spPr>
          <a:xfrm>
            <a:off x="825500" y="2289175"/>
            <a:ext cx="6143625" cy="2806700"/>
          </a:xfrm>
          <a:prstGeom prst="rect">
            <a:avLst/>
          </a:prstGeom>
        </p:spPr>
      </p:pic>
      <p:pic>
        <p:nvPicPr>
          <p:cNvPr id="4" name="Build 2" descr="s17_2.png"/>
          <p:cNvPicPr>
            <a:picLocks noChangeAspect="1"/>
          </p:cNvPicPr>
          <p:nvPr/>
        </p:nvPicPr>
        <p:blipFill>
          <a:blip r:embed="rId5"/>
          <a:stretch>
            <a:fillRect/>
          </a:stretch>
        </p:blipFill>
        <p:spPr>
          <a:xfrm>
            <a:off x="7470775" y="2266950"/>
            <a:ext cx="3819525" cy="1828800"/>
          </a:xfrm>
          <a:prstGeom prst="rect">
            <a:avLst/>
          </a:prstGeom>
        </p:spPr>
      </p:pic>
      <p:pic>
        <p:nvPicPr>
          <p:cNvPr id="5" name="Build 3" descr="s17_3.png"/>
          <p:cNvPicPr>
            <a:picLocks noChangeAspect="1"/>
          </p:cNvPicPr>
          <p:nvPr/>
        </p:nvPicPr>
        <p:blipFill>
          <a:blip r:embed="rId6"/>
          <a:stretch>
            <a:fillRect/>
          </a:stretch>
        </p:blipFill>
        <p:spPr>
          <a:xfrm>
            <a:off x="5565775" y="2260600"/>
            <a:ext cx="5483225" cy="3006725"/>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Slide" descr="s18b_0.png"/>
          <p:cNvPicPr>
            <a:picLocks noChangeAspect="1"/>
          </p:cNvPicPr>
          <p:nvPr/>
        </p:nvPicPr>
        <p:blipFill>
          <a:blip r:embed="rId3"/>
          <a:stretch>
            <a:fillRect/>
          </a:stretch>
        </p:blipFill>
        <p:spPr>
          <a:xfrm>
            <a:off x="0" y="0"/>
            <a:ext cx="12192000" cy="6858000"/>
          </a:xfrm>
          <a:prstGeom prst="rect">
            <a:avLst/>
          </a:prstGeom>
        </p:spPr>
      </p:pic>
      <p:pic>
        <p:nvPicPr>
          <p:cNvPr id="3" name="Build 1" descr="s18b_1.png"/>
          <p:cNvPicPr>
            <a:picLocks noChangeAspect="1"/>
          </p:cNvPicPr>
          <p:nvPr/>
        </p:nvPicPr>
        <p:blipFill>
          <a:blip r:embed="rId4"/>
          <a:stretch>
            <a:fillRect/>
          </a:stretch>
        </p:blipFill>
        <p:spPr>
          <a:xfrm>
            <a:off x="812800" y="1600200"/>
            <a:ext cx="6858000" cy="4397375"/>
          </a:xfrm>
          <a:prstGeom prst="rect">
            <a:avLst/>
          </a:prstGeom>
        </p:spPr>
      </p:pic>
      <p:pic>
        <p:nvPicPr>
          <p:cNvPr id="4" name="Build 2" descr="s18b_2.png"/>
          <p:cNvPicPr>
            <a:picLocks noChangeAspect="1"/>
          </p:cNvPicPr>
          <p:nvPr/>
        </p:nvPicPr>
        <p:blipFill>
          <a:blip r:embed="rId5"/>
          <a:stretch>
            <a:fillRect/>
          </a:stretch>
        </p:blipFill>
        <p:spPr>
          <a:xfrm>
            <a:off x="812800" y="2546350"/>
            <a:ext cx="6858000" cy="1631950"/>
          </a:xfrm>
          <a:prstGeom prst="rect">
            <a:avLst/>
          </a:prstGeom>
        </p:spPr>
      </p:pic>
      <p:pic>
        <p:nvPicPr>
          <p:cNvPr id="5" name="Build 3" descr="s18b_3.png"/>
          <p:cNvPicPr>
            <a:picLocks noChangeAspect="1"/>
          </p:cNvPicPr>
          <p:nvPr/>
        </p:nvPicPr>
        <p:blipFill>
          <a:blip r:embed="rId6"/>
          <a:stretch>
            <a:fillRect/>
          </a:stretch>
        </p:blipFill>
        <p:spPr>
          <a:xfrm>
            <a:off x="812800" y="4311650"/>
            <a:ext cx="6858000" cy="1263650"/>
          </a:xfrm>
          <a:prstGeom prst="rect">
            <a:avLst/>
          </a:prstGeom>
        </p:spPr>
      </p:pic>
      <p:pic>
        <p:nvPicPr>
          <p:cNvPr id="6" name="Build 4" descr="s18b_4.png"/>
          <p:cNvPicPr>
            <a:picLocks noChangeAspect="1"/>
          </p:cNvPicPr>
          <p:nvPr/>
        </p:nvPicPr>
        <p:blipFill>
          <a:blip r:embed="rId7"/>
          <a:stretch>
            <a:fillRect/>
          </a:stretch>
        </p:blipFill>
        <p:spPr>
          <a:xfrm>
            <a:off x="8026400" y="2270125"/>
            <a:ext cx="3333750" cy="1273175"/>
          </a:xfrm>
          <a:prstGeom prst="rect">
            <a:avLst/>
          </a:prstGeom>
        </p:spPr>
      </p:pic>
      <p:pic>
        <p:nvPicPr>
          <p:cNvPr id="7" name="Build 5" descr="s18b_5.png"/>
          <p:cNvPicPr>
            <a:picLocks noChangeAspect="1"/>
          </p:cNvPicPr>
          <p:nvPr/>
        </p:nvPicPr>
        <p:blipFill>
          <a:blip r:embed="rId8"/>
          <a:stretch>
            <a:fillRect/>
          </a:stretch>
        </p:blipFill>
        <p:spPr>
          <a:xfrm>
            <a:off x="8026400" y="3733800"/>
            <a:ext cx="3244850" cy="889000"/>
          </a:xfrm>
          <a:prstGeom prst="rect">
            <a:avLst/>
          </a:prstGeom>
        </p:spPr>
      </p:pic>
      <p:pic>
        <p:nvPicPr>
          <p:cNvPr id="8" name="Build 6" descr="s18b_6.png"/>
          <p:cNvPicPr>
            <a:picLocks noChangeAspect="1"/>
          </p:cNvPicPr>
          <p:nvPr/>
        </p:nvPicPr>
        <p:blipFill>
          <a:blip r:embed="rId9"/>
          <a:stretch>
            <a:fillRect/>
          </a:stretch>
        </p:blipFill>
        <p:spPr>
          <a:xfrm>
            <a:off x="8026400" y="4813300"/>
            <a:ext cx="2324100" cy="66675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5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5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500"/>
                                        <p:tgtEl>
                                          <p:spTgt spid="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8"/>
                                        </p:tgtEl>
                                        <p:attrNameLst>
                                          <p:attrName>style.visibility</p:attrName>
                                        </p:attrNameLst>
                                      </p:cBhvr>
                                      <p:to>
                                        <p:strVal val="visible"/>
                                      </p:to>
                                    </p:set>
                                    <p:animEffect transition="in" filter="fade">
                                      <p:cBhvr>
                                        <p:cTn id="32"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Slide" descr="s19_0.png"/>
          <p:cNvPicPr>
            <a:picLocks noChangeAspect="1"/>
          </p:cNvPicPr>
          <p:nvPr/>
        </p:nvPicPr>
        <p:blipFill>
          <a:blip r:embed="rId3"/>
          <a:stretch>
            <a:fillRect/>
          </a:stretch>
        </p:blipFill>
        <p:spPr>
          <a:xfrm>
            <a:off x="0" y="0"/>
            <a:ext cx="12192000" cy="6858000"/>
          </a:xfrm>
          <a:prstGeom prst="rect">
            <a:avLst/>
          </a:prstGeom>
        </p:spPr>
      </p:pic>
      <p:pic>
        <p:nvPicPr>
          <p:cNvPr id="3" name="Build 1" descr="s19_1.png"/>
          <p:cNvPicPr>
            <a:picLocks noChangeAspect="1"/>
          </p:cNvPicPr>
          <p:nvPr/>
        </p:nvPicPr>
        <p:blipFill>
          <a:blip r:embed="rId4"/>
          <a:stretch>
            <a:fillRect/>
          </a:stretch>
        </p:blipFill>
        <p:spPr>
          <a:xfrm>
            <a:off x="812800" y="1905000"/>
            <a:ext cx="10566400" cy="1206500"/>
          </a:xfrm>
          <a:prstGeom prst="rect">
            <a:avLst/>
          </a:prstGeom>
        </p:spPr>
      </p:pic>
      <p:pic>
        <p:nvPicPr>
          <p:cNvPr id="4" name="Build 2" descr="s19_2.png"/>
          <p:cNvPicPr>
            <a:picLocks noChangeAspect="1"/>
          </p:cNvPicPr>
          <p:nvPr/>
        </p:nvPicPr>
        <p:blipFill>
          <a:blip r:embed="rId5"/>
          <a:stretch>
            <a:fillRect/>
          </a:stretch>
        </p:blipFill>
        <p:spPr>
          <a:xfrm>
            <a:off x="812800" y="3359150"/>
            <a:ext cx="10566400" cy="958850"/>
          </a:xfrm>
          <a:prstGeom prst="rect">
            <a:avLst/>
          </a:prstGeom>
        </p:spPr>
      </p:pic>
      <p:pic>
        <p:nvPicPr>
          <p:cNvPr id="5" name="Build 3" descr="s19_3.png"/>
          <p:cNvPicPr>
            <a:picLocks noChangeAspect="1"/>
          </p:cNvPicPr>
          <p:nvPr/>
        </p:nvPicPr>
        <p:blipFill>
          <a:blip r:embed="rId6"/>
          <a:stretch>
            <a:fillRect/>
          </a:stretch>
        </p:blipFill>
        <p:spPr>
          <a:xfrm>
            <a:off x="812800" y="4518025"/>
            <a:ext cx="10566400" cy="1006475"/>
          </a:xfrm>
          <a:prstGeom prst="rect">
            <a:avLst/>
          </a:prstGeom>
        </p:spPr>
      </p:pic>
      <p:pic>
        <p:nvPicPr>
          <p:cNvPr id="6" name="Build 4" descr="s19_4.png"/>
          <p:cNvPicPr>
            <a:picLocks noChangeAspect="1"/>
          </p:cNvPicPr>
          <p:nvPr/>
        </p:nvPicPr>
        <p:blipFill>
          <a:blip r:embed="rId7"/>
          <a:stretch>
            <a:fillRect/>
          </a:stretch>
        </p:blipFill>
        <p:spPr>
          <a:xfrm>
            <a:off x="819150" y="5737225"/>
            <a:ext cx="3663950" cy="206375"/>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5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Slide" descr="s20_0.png"/>
          <p:cNvPicPr>
            <a:picLocks noChangeAspect="1"/>
          </p:cNvPicPr>
          <p:nvPr/>
        </p:nvPicPr>
        <p:blipFill>
          <a:blip r:embed="rId3"/>
          <a:stretch>
            <a:fillRect/>
          </a:stretch>
        </p:blipFill>
        <p:spPr>
          <a:xfrm>
            <a:off x="0" y="0"/>
            <a:ext cx="12192000" cy="6858000"/>
          </a:xfrm>
          <a:prstGeom prst="rect">
            <a:avLst/>
          </a:prstGeom>
        </p:spPr>
      </p:pic>
      <p:pic>
        <p:nvPicPr>
          <p:cNvPr id="3" name="Build 1" descr="s20_1.png"/>
          <p:cNvPicPr>
            <a:picLocks noChangeAspect="1"/>
          </p:cNvPicPr>
          <p:nvPr/>
        </p:nvPicPr>
        <p:blipFill>
          <a:blip r:embed="rId4"/>
          <a:stretch>
            <a:fillRect/>
          </a:stretch>
        </p:blipFill>
        <p:spPr>
          <a:xfrm>
            <a:off x="812800" y="2032000"/>
            <a:ext cx="5156200" cy="3429000"/>
          </a:xfrm>
          <a:prstGeom prst="rect">
            <a:avLst/>
          </a:prstGeom>
        </p:spPr>
      </p:pic>
      <p:pic>
        <p:nvPicPr>
          <p:cNvPr id="4" name="Build 2" descr="s20_2.png"/>
          <p:cNvPicPr>
            <a:picLocks noChangeAspect="1"/>
          </p:cNvPicPr>
          <p:nvPr/>
        </p:nvPicPr>
        <p:blipFill>
          <a:blip r:embed="rId5"/>
          <a:stretch>
            <a:fillRect/>
          </a:stretch>
        </p:blipFill>
        <p:spPr>
          <a:xfrm>
            <a:off x="6223000" y="2032000"/>
            <a:ext cx="5156200" cy="342900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Slide" descr="thanks_0.png"/>
          <p:cNvPicPr>
            <a:picLocks noChangeAspect="1"/>
          </p:cNvPicPr>
          <p:nvPr/>
        </p:nvPicPr>
        <p:blipFill>
          <a:blip r:embed="rId3"/>
          <a:stretch>
            <a:fillRect/>
          </a:stretch>
        </p:blipFill>
        <p:spPr>
          <a:xfrm>
            <a:off x="0" y="0"/>
            <a:ext cx="12192000" cy="6858000"/>
          </a:xfrm>
          <a:prstGeom prst="rect">
            <a:avLst/>
          </a:prstGeom>
        </p:spPr>
      </p:pic>
    </p:spTree>
  </p:cSld>
  <p:clrMapOvr>
    <a:masterClrMapping/>
  </p:clrMapOvr>
  <p:transition spd="med">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Tema di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TotalTime>
  <Words>3561</Words>
  <Application>Microsoft Office PowerPoint</Application>
  <PresentationFormat>Widescreen</PresentationFormat>
  <Paragraphs>33</Paragraphs>
  <Slides>21</Slides>
  <Notes>21</Notes>
  <HiddenSlides>0</HiddenSlides>
  <MMClips>0</MMClips>
  <ScaleCrop>false</ScaleCrop>
  <HeadingPairs>
    <vt:vector size="6" baseType="variant">
      <vt:variant>
        <vt:lpstr>Caratteri utilizzati</vt:lpstr>
      </vt:variant>
      <vt:variant>
        <vt:i4>2</vt:i4>
      </vt:variant>
      <vt:variant>
        <vt:lpstr>Tema</vt:lpstr>
      </vt:variant>
      <vt:variant>
        <vt:i4>1</vt:i4>
      </vt:variant>
      <vt:variant>
        <vt:lpstr>Titoli diapositive</vt:lpstr>
      </vt:variant>
      <vt:variant>
        <vt:i4>21</vt:i4>
      </vt:variant>
    </vt:vector>
  </HeadingPairs>
  <TitlesOfParts>
    <vt:vector size="24" baseType="lpstr">
      <vt:lpstr>Arial</vt:lpstr>
      <vt:lpstr>Calibri</vt:lpstr>
      <vt:lpstr>Office Theme</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Neuro-Symbolic PPM with Procedural Background Knowledge: Thesis defense</dc:title>
  <dc:subject/>
  <dc:creator>Matteo Zorzi</dc:creator>
  <cp:keywords/>
  <dc:description>generated using python-pptx</dc:description>
  <cp:lastModifiedBy>matteo zorzi</cp:lastModifiedBy>
  <cp:revision>1</cp:revision>
  <dcterms:created xsi:type="dcterms:W3CDTF">2013-01-27T09:14:16Z</dcterms:created>
  <dcterms:modified xsi:type="dcterms:W3CDTF">2026-10-03T09:41:50Z</dcterms:modified>
  <cp:category/>
</cp:coreProperties>
</file>